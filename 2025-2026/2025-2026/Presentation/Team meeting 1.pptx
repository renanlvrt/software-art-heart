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79" r:id="rId3"/>
    <p:sldId id="322" r:id="rId4"/>
    <p:sldId id="314" r:id="rId5"/>
    <p:sldId id="32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>
        <p:scale>
          <a:sx n="95" d="100"/>
          <a:sy n="95" d="100"/>
        </p:scale>
        <p:origin x="10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FD716-E9C8-D44A-B9F5-E6EE04224057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6ACFD-6641-9D40-86B1-0E37A3F24D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6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6ACFD-6641-9D40-86B1-0E37A3F24D2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143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5A9E-B9CC-71A3-4A9A-323536FC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15DBE-371D-EE87-310E-EDF02F7A0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CAD82-7238-2A3C-8093-3E1A2EF2F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1CD74-35C4-B769-781C-D9D045D37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197AC-10B4-DF48-9E8D-F15812307F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1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6EE0-6EC8-A53A-6027-D7C4C2867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C1AA8-E608-3DAC-BC55-E545217EE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3313B-AFE4-58EC-22E3-F9E3D5B2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5217B-DF6B-61EB-58F6-F98401C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67BCF-1139-B634-9B60-9AFAC29C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36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D2D9-985E-CD7A-3BA3-71169B1D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B19D8-3540-1BEC-F7B8-091C1E13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A55A3-A0C5-17FF-CD9B-464138A8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57F33-5524-E3E5-97D6-4AF55326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08E9-7B42-7697-8C34-03456418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035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ADE8-4375-8F6A-6B7A-2350E78C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FF424-7C01-592B-F187-25DA24B34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EE0F-2256-C059-0BB0-2CE393A8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CFF6-A8CE-32A7-94CC-E1929B3A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DFA7B-D41E-BDC5-4F7A-928B2DD3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97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F2B9-6EF2-E230-FADD-C838D66C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0A5C-2B3B-0A02-FA04-1CDE10CC2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F3C86-541A-1169-BDCA-87B9C4493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44EB2-1B72-CF0B-1C26-FDA8F8FD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13B3F-77A1-EB6D-94C9-DD4A9242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399C-A36A-B79C-3CDA-CE6AD64B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52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3B05-823E-4079-481A-D40660AA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CF838-BC5F-1B5D-D12F-D0DB4CB8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F8840-B5EB-040D-669A-4361F3593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14260-15F9-8E35-9159-48358C810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19A3A-4258-293F-3A22-C677B273F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DD60A-ABCD-B58C-1FF4-2F14DB98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36C6A-BCFD-2682-31E8-6D89B7DE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8FD8A-8988-5C8C-3EAF-6603F91C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88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3498-78A3-B9B7-50DF-56BA65DB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03811-E04F-DF12-0444-207CC420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5337D-CAEF-539E-10E7-E1AF011A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FEB52-594D-CB90-54E9-7695804A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5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F1D04-0E3F-DE62-A7F2-FBB95F1A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3A6E9-7BD0-EC4A-F835-5099FE6B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017F8-7887-8C23-8D3A-DDD3BFBF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63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91BF-4EAD-3427-D50B-583189FB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DB7D-398B-66A2-6898-C5F247ABE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DF9F0-FEA2-C195-B24F-76C5CD84E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03B21-37F7-D19D-2CD3-B3FDABDA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FB9E0-F1D6-3139-4A9E-5B21F255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76EAC-9040-F7E3-1313-A30A6E82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95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98C5-0579-6345-EB19-1AFD4209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C7DAF-393B-0263-BE36-57C994AD3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C756C-3AE2-F758-D29B-DAF6F2C53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973DC-111A-107E-2E5A-01844213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2C4B2-ACFB-6A39-80FB-925CF5C2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B2411-11E3-AC93-94FC-206336BE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62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9512-CF44-4555-AB00-8D638B79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C69DD-1C01-51F2-D52C-2610F5F7B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3EDB1-3851-0047-9040-E28B84AF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C0C6-218C-F3EA-5E91-B9E238B4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18C11-BA28-461F-2196-5538E181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6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5D471-E8E4-00E9-BD10-11BC79688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F728A-482A-5C5F-A036-569BC5F5F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9D5B0-2EA6-AD43-A73F-DCB28897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EA650-0BA6-42AE-C23F-5249EC9C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E1E0-FC85-2DC0-907B-98E1314C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35C79-3673-7F9F-91BD-6383EE5F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7B3BB-83D8-F63C-5E5A-343CD595C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F5224-8D62-402B-7D9F-044B977C1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98461-5437-1C48-87B1-2E64F262894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8305-EF5E-0918-93D8-60CE0703F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72004-275A-7D1A-BE3B-B02278203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FD981-765E-CF4D-A00F-83D6BBB36F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5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durhamuniversity-my.sharepoint.com/:x:/r/personal/rlvt64_durham_ac_uk/Documents/2025_2026%20Electrical%20Gantt%20Chart.xlsx?d=w565cd11c847a44b7b07410e65960309b&amp;csf=1&amp;web=1&amp;e=xuEQDt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8BEAFD60-60AC-D7D7-331C-C1986201D584}"/>
              </a:ext>
            </a:extLst>
          </p:cNvPr>
          <p:cNvGrpSpPr/>
          <p:nvPr/>
        </p:nvGrpSpPr>
        <p:grpSpPr>
          <a:xfrm>
            <a:off x="-342651" y="3214786"/>
            <a:ext cx="12537654" cy="5105531"/>
            <a:chOff x="-331445" y="2273492"/>
            <a:chExt cx="12537654" cy="5105531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7CDF6DCF-BC6C-D3FB-CEEB-8955CDCFA009}"/>
                </a:ext>
              </a:extLst>
            </p:cNvPr>
            <p:cNvSpPr txBox="1">
              <a:spLocks/>
            </p:cNvSpPr>
            <p:nvPr/>
          </p:nvSpPr>
          <p:spPr>
            <a:xfrm>
              <a:off x="10101531" y="6227343"/>
              <a:ext cx="1912189" cy="62059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GB" sz="360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2FCAA5-F6AC-3054-8771-48EC6B4F7BEF}"/>
                </a:ext>
              </a:extLst>
            </p:cNvPr>
            <p:cNvSpPr/>
            <p:nvPr/>
          </p:nvSpPr>
          <p:spPr>
            <a:xfrm>
              <a:off x="4262574" y="3317735"/>
              <a:ext cx="1167705" cy="2923293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C3E3F5-CFAE-1435-8833-BB73A227082E}"/>
                </a:ext>
              </a:extLst>
            </p:cNvPr>
            <p:cNvSpPr/>
            <p:nvPr/>
          </p:nvSpPr>
          <p:spPr>
            <a:xfrm>
              <a:off x="5096460" y="3898139"/>
              <a:ext cx="4504800" cy="233382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2402A3-3A92-99B8-33F9-1DDEE7EF8D5D}"/>
                </a:ext>
              </a:extLst>
            </p:cNvPr>
            <p:cNvSpPr/>
            <p:nvPr/>
          </p:nvSpPr>
          <p:spPr>
            <a:xfrm>
              <a:off x="6562950" y="2906101"/>
              <a:ext cx="1054235" cy="3325857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12AB6C-A0CC-886C-E305-4B30150F6481}"/>
                </a:ext>
              </a:extLst>
            </p:cNvPr>
            <p:cNvSpPr/>
            <p:nvPr/>
          </p:nvSpPr>
          <p:spPr>
            <a:xfrm>
              <a:off x="6721099" y="2474779"/>
              <a:ext cx="766688" cy="374280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89BD00-DCCD-E728-85B2-C54E34A4D8F4}"/>
                </a:ext>
              </a:extLst>
            </p:cNvPr>
            <p:cNvSpPr/>
            <p:nvPr/>
          </p:nvSpPr>
          <p:spPr>
            <a:xfrm>
              <a:off x="7987560" y="3423373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44C04E8-2D71-436C-0F68-0106CD611AE1}"/>
                </a:ext>
              </a:extLst>
            </p:cNvPr>
            <p:cNvSpPr/>
            <p:nvPr/>
          </p:nvSpPr>
          <p:spPr>
            <a:xfrm>
              <a:off x="8519522" y="3423372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0E2C0F0-DA7B-620B-7EAB-5A8BEC2DC8A5}"/>
                </a:ext>
              </a:extLst>
            </p:cNvPr>
            <p:cNvSpPr/>
            <p:nvPr/>
          </p:nvSpPr>
          <p:spPr>
            <a:xfrm>
              <a:off x="8850201" y="3322730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D1A72C5-C893-25BA-E974-9DE544B09B31}"/>
                </a:ext>
              </a:extLst>
            </p:cNvPr>
            <p:cNvSpPr/>
            <p:nvPr/>
          </p:nvSpPr>
          <p:spPr>
            <a:xfrm>
              <a:off x="9324653" y="3423371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4B238B-C4C4-F011-883A-47ED037C53A2}"/>
                </a:ext>
              </a:extLst>
            </p:cNvPr>
            <p:cNvSpPr/>
            <p:nvPr/>
          </p:nvSpPr>
          <p:spPr>
            <a:xfrm>
              <a:off x="6203516" y="3668101"/>
              <a:ext cx="277857" cy="2247556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B76954B-9034-05AD-6869-D02F3887996B}"/>
                </a:ext>
              </a:extLst>
            </p:cNvPr>
            <p:cNvSpPr/>
            <p:nvPr/>
          </p:nvSpPr>
          <p:spPr>
            <a:xfrm>
              <a:off x="4262572" y="3064252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51913F-0E0D-3097-CE6E-2EBA291C1071}"/>
                </a:ext>
              </a:extLst>
            </p:cNvPr>
            <p:cNvSpPr/>
            <p:nvPr/>
          </p:nvSpPr>
          <p:spPr>
            <a:xfrm>
              <a:off x="4506986" y="3064251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604142-AD43-AF1E-2148-2EC89BA1957D}"/>
                </a:ext>
              </a:extLst>
            </p:cNvPr>
            <p:cNvSpPr/>
            <p:nvPr/>
          </p:nvSpPr>
          <p:spPr>
            <a:xfrm>
              <a:off x="4751401" y="306425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89DA97-48CE-14C8-A3B7-F3E7BD123338}"/>
                </a:ext>
              </a:extLst>
            </p:cNvPr>
            <p:cNvSpPr/>
            <p:nvPr/>
          </p:nvSpPr>
          <p:spPr>
            <a:xfrm>
              <a:off x="5024570" y="3064249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899EA98-36EF-2704-7F43-94045D205549}"/>
                </a:ext>
              </a:extLst>
            </p:cNvPr>
            <p:cNvSpPr/>
            <p:nvPr/>
          </p:nvSpPr>
          <p:spPr>
            <a:xfrm>
              <a:off x="5297739" y="3064248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3762DB-40A6-3F4B-C48F-C69882842DCA}"/>
                </a:ext>
              </a:extLst>
            </p:cNvPr>
            <p:cNvSpPr/>
            <p:nvPr/>
          </p:nvSpPr>
          <p:spPr>
            <a:xfrm>
              <a:off x="6721097" y="2273493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B28437-D7E9-B566-7B3C-2C3F5162A5E9}"/>
                </a:ext>
              </a:extLst>
            </p:cNvPr>
            <p:cNvSpPr/>
            <p:nvPr/>
          </p:nvSpPr>
          <p:spPr>
            <a:xfrm>
              <a:off x="7353700" y="2273492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64B0E4-4448-DA24-3CC1-870AFEF21234}"/>
                </a:ext>
              </a:extLst>
            </p:cNvPr>
            <p:cNvSpPr/>
            <p:nvPr/>
          </p:nvSpPr>
          <p:spPr>
            <a:xfrm>
              <a:off x="4036511" y="3680261"/>
              <a:ext cx="122361" cy="2234727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F97EC1B-03C6-169B-512F-D846337AD7CC}"/>
                </a:ext>
              </a:extLst>
            </p:cNvPr>
            <p:cNvSpPr/>
            <p:nvPr/>
          </p:nvSpPr>
          <p:spPr>
            <a:xfrm rot="16200000">
              <a:off x="4036511" y="3691982"/>
              <a:ext cx="110638" cy="26525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AFFC417-F096-4E9A-4B20-39A6785CD241}"/>
                </a:ext>
              </a:extLst>
            </p:cNvPr>
            <p:cNvSpPr/>
            <p:nvPr/>
          </p:nvSpPr>
          <p:spPr>
            <a:xfrm>
              <a:off x="2257927" y="3774934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Top Corners Snipped 29">
              <a:extLst>
                <a:ext uri="{FF2B5EF4-FFF2-40B4-BE49-F238E27FC236}">
                  <a16:creationId xmlns:a16="http://schemas.microsoft.com/office/drawing/2014/main" id="{56251129-836C-31C2-F358-6BA2164A276E}"/>
                </a:ext>
              </a:extLst>
            </p:cNvPr>
            <p:cNvSpPr/>
            <p:nvPr/>
          </p:nvSpPr>
          <p:spPr>
            <a:xfrm>
              <a:off x="2262554" y="3493476"/>
              <a:ext cx="1207476" cy="820615"/>
            </a:xfrm>
            <a:prstGeom prst="snip2Same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0B175EB-189C-B85F-8971-DCB41CAA1EFF}"/>
                </a:ext>
              </a:extLst>
            </p:cNvPr>
            <p:cNvSpPr/>
            <p:nvPr/>
          </p:nvSpPr>
          <p:spPr>
            <a:xfrm>
              <a:off x="2855803" y="3985948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65B5C9C-F262-D22D-123F-F58F753BD78A}"/>
                </a:ext>
              </a:extLst>
            </p:cNvPr>
            <p:cNvSpPr/>
            <p:nvPr/>
          </p:nvSpPr>
          <p:spPr>
            <a:xfrm>
              <a:off x="1824171" y="4114901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B570732-359A-8BF4-E3C9-74A24228DA35}"/>
                </a:ext>
              </a:extLst>
            </p:cNvPr>
            <p:cNvSpPr/>
            <p:nvPr/>
          </p:nvSpPr>
          <p:spPr>
            <a:xfrm>
              <a:off x="1519370" y="4220408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E9417C-CC72-35D3-EC9F-181AF8819D9C}"/>
                </a:ext>
              </a:extLst>
            </p:cNvPr>
            <p:cNvSpPr/>
            <p:nvPr/>
          </p:nvSpPr>
          <p:spPr>
            <a:xfrm>
              <a:off x="1390415" y="4478315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598C154-8399-968A-2294-64214D580FDE}"/>
                </a:ext>
              </a:extLst>
            </p:cNvPr>
            <p:cNvSpPr/>
            <p:nvPr/>
          </p:nvSpPr>
          <p:spPr>
            <a:xfrm>
              <a:off x="3043368" y="3939053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8B0EEBD-99F0-5DEC-C68C-EAC3EE5DCC26}"/>
                </a:ext>
              </a:extLst>
            </p:cNvPr>
            <p:cNvSpPr/>
            <p:nvPr/>
          </p:nvSpPr>
          <p:spPr>
            <a:xfrm>
              <a:off x="3348167" y="4478314"/>
              <a:ext cx="1238044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76C3D40-5041-E5CE-2692-D89BEE02BBE3}"/>
                </a:ext>
              </a:extLst>
            </p:cNvPr>
            <p:cNvSpPr/>
            <p:nvPr/>
          </p:nvSpPr>
          <p:spPr>
            <a:xfrm>
              <a:off x="3652966" y="4021113"/>
              <a:ext cx="323644" cy="2841232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oon 37">
              <a:extLst>
                <a:ext uri="{FF2B5EF4-FFF2-40B4-BE49-F238E27FC236}">
                  <a16:creationId xmlns:a16="http://schemas.microsoft.com/office/drawing/2014/main" id="{FB77B2D3-71D1-70C7-2764-198B44D0FF52}"/>
                </a:ext>
              </a:extLst>
            </p:cNvPr>
            <p:cNvSpPr/>
            <p:nvPr/>
          </p:nvSpPr>
          <p:spPr>
            <a:xfrm rot="5400000">
              <a:off x="9683261" y="4466492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Moon 38">
              <a:extLst>
                <a:ext uri="{FF2B5EF4-FFF2-40B4-BE49-F238E27FC236}">
                  <a16:creationId xmlns:a16="http://schemas.microsoft.com/office/drawing/2014/main" id="{0F838FE7-14EC-1E3F-51C4-D5F346E27EFF}"/>
                </a:ext>
              </a:extLst>
            </p:cNvPr>
            <p:cNvSpPr/>
            <p:nvPr/>
          </p:nvSpPr>
          <p:spPr>
            <a:xfrm rot="5400000">
              <a:off x="10503876" y="4466491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E8C2351-7FF1-145F-FFD7-004FEC6E819F}"/>
                </a:ext>
              </a:extLst>
            </p:cNvPr>
            <p:cNvSpPr/>
            <p:nvPr/>
          </p:nvSpPr>
          <p:spPr>
            <a:xfrm>
              <a:off x="1519371" y="411932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916132C-B42A-6D63-FAD2-8F586F6E13E5}"/>
                </a:ext>
              </a:extLst>
            </p:cNvPr>
            <p:cNvSpPr/>
            <p:nvPr/>
          </p:nvSpPr>
          <p:spPr>
            <a:xfrm>
              <a:off x="1636601" y="4119328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252101F-A27D-A54B-FB14-AD23D5671D13}"/>
                </a:ext>
              </a:extLst>
            </p:cNvPr>
            <p:cNvSpPr/>
            <p:nvPr/>
          </p:nvSpPr>
          <p:spPr>
            <a:xfrm>
              <a:off x="-4979" y="5075672"/>
              <a:ext cx="12211188" cy="230335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55EEEA1-8B9B-0381-188C-BEE68A7156EF}"/>
                </a:ext>
              </a:extLst>
            </p:cNvPr>
            <p:cNvSpPr/>
            <p:nvPr/>
          </p:nvSpPr>
          <p:spPr>
            <a:xfrm>
              <a:off x="1824169" y="4037266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5F53A9D-638A-0F97-0FBE-1B1E6EE05DA7}"/>
                </a:ext>
              </a:extLst>
            </p:cNvPr>
            <p:cNvSpPr/>
            <p:nvPr/>
          </p:nvSpPr>
          <p:spPr>
            <a:xfrm>
              <a:off x="1941399" y="4037265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AA46CA2-8179-D573-CD02-E15B38B41ED9}"/>
                </a:ext>
              </a:extLst>
            </p:cNvPr>
            <p:cNvSpPr/>
            <p:nvPr/>
          </p:nvSpPr>
          <p:spPr>
            <a:xfrm>
              <a:off x="2105522" y="4095880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9ACA94-2055-F3D7-FB89-583DB10DAEFB}"/>
                </a:ext>
              </a:extLst>
            </p:cNvPr>
            <p:cNvSpPr/>
            <p:nvPr/>
          </p:nvSpPr>
          <p:spPr>
            <a:xfrm>
              <a:off x="10226295" y="4817399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68E83D7-03EE-567C-9159-CBE60CD62B28}"/>
                </a:ext>
              </a:extLst>
            </p:cNvPr>
            <p:cNvSpPr/>
            <p:nvPr/>
          </p:nvSpPr>
          <p:spPr>
            <a:xfrm>
              <a:off x="2058630" y="4037265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6606DE3-E0A0-1DC6-9D83-F8956A900BF0}"/>
                </a:ext>
              </a:extLst>
            </p:cNvPr>
            <p:cNvSpPr/>
            <p:nvPr/>
          </p:nvSpPr>
          <p:spPr>
            <a:xfrm>
              <a:off x="2375153" y="3415942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D779A5-5BCB-3335-772D-4126B5C993BC}"/>
                </a:ext>
              </a:extLst>
            </p:cNvPr>
            <p:cNvSpPr/>
            <p:nvPr/>
          </p:nvSpPr>
          <p:spPr>
            <a:xfrm>
              <a:off x="2492383" y="3415941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A5737C7-6DE9-499A-6480-B0C03DC82680}"/>
                </a:ext>
              </a:extLst>
            </p:cNvPr>
            <p:cNvSpPr/>
            <p:nvPr/>
          </p:nvSpPr>
          <p:spPr>
            <a:xfrm>
              <a:off x="2609614" y="3415941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7541004-0643-F2B0-2FB9-4E39786620CB}"/>
                </a:ext>
              </a:extLst>
            </p:cNvPr>
            <p:cNvSpPr/>
            <p:nvPr/>
          </p:nvSpPr>
          <p:spPr>
            <a:xfrm>
              <a:off x="2715122" y="3404218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916DAD-94D4-246C-EF2C-BAA01FC29784}"/>
                </a:ext>
              </a:extLst>
            </p:cNvPr>
            <p:cNvSpPr/>
            <p:nvPr/>
          </p:nvSpPr>
          <p:spPr>
            <a:xfrm>
              <a:off x="2832351" y="3404217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3AFAFD-7198-AFDB-3350-3F2FF3CDEEC0}"/>
                </a:ext>
              </a:extLst>
            </p:cNvPr>
            <p:cNvSpPr/>
            <p:nvPr/>
          </p:nvSpPr>
          <p:spPr>
            <a:xfrm>
              <a:off x="2949582" y="3404217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F6EE536-115C-4E61-EDE0-7C6E3B4938D6}"/>
                </a:ext>
              </a:extLst>
            </p:cNvPr>
            <p:cNvSpPr/>
            <p:nvPr/>
          </p:nvSpPr>
          <p:spPr>
            <a:xfrm>
              <a:off x="3055090" y="3415940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454186E-E66E-5623-9FE3-57B81DF6F659}"/>
                </a:ext>
              </a:extLst>
            </p:cNvPr>
            <p:cNvSpPr/>
            <p:nvPr/>
          </p:nvSpPr>
          <p:spPr>
            <a:xfrm>
              <a:off x="3172319" y="341593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9DCF0A7-1E63-1283-84D0-90E0CF438496}"/>
                </a:ext>
              </a:extLst>
            </p:cNvPr>
            <p:cNvSpPr/>
            <p:nvPr/>
          </p:nvSpPr>
          <p:spPr>
            <a:xfrm>
              <a:off x="3289550" y="341593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5B4C57C-1249-60F1-6AA8-BBCD8EF3E84E}"/>
                </a:ext>
              </a:extLst>
            </p:cNvPr>
            <p:cNvSpPr/>
            <p:nvPr/>
          </p:nvSpPr>
          <p:spPr>
            <a:xfrm rot="5400000">
              <a:off x="10091479" y="3841173"/>
              <a:ext cx="169253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A8FEAA-70E1-91C8-F46B-C2D34A1E302E}"/>
                </a:ext>
              </a:extLst>
            </p:cNvPr>
            <p:cNvSpPr/>
            <p:nvPr/>
          </p:nvSpPr>
          <p:spPr>
            <a:xfrm>
              <a:off x="11035186" y="467672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A7A1D08-F9A5-D493-2255-B027F2D5F643}"/>
                </a:ext>
              </a:extLst>
            </p:cNvPr>
            <p:cNvSpPr/>
            <p:nvPr/>
          </p:nvSpPr>
          <p:spPr>
            <a:xfrm>
              <a:off x="11105525" y="4348475"/>
              <a:ext cx="1095376" cy="2293342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Moon 59">
              <a:extLst>
                <a:ext uri="{FF2B5EF4-FFF2-40B4-BE49-F238E27FC236}">
                  <a16:creationId xmlns:a16="http://schemas.microsoft.com/office/drawing/2014/main" id="{DF1F8F87-D19B-01B0-EAE0-B20F2DFFE64A}"/>
                </a:ext>
              </a:extLst>
            </p:cNvPr>
            <p:cNvSpPr/>
            <p:nvPr/>
          </p:nvSpPr>
          <p:spPr>
            <a:xfrm rot="5400000">
              <a:off x="6447691" y="4091353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oon 60">
              <a:extLst>
                <a:ext uri="{FF2B5EF4-FFF2-40B4-BE49-F238E27FC236}">
                  <a16:creationId xmlns:a16="http://schemas.microsoft.com/office/drawing/2014/main" id="{5FB2FDF6-4C7E-0791-FB45-7839C30D5482}"/>
                </a:ext>
              </a:extLst>
            </p:cNvPr>
            <p:cNvSpPr/>
            <p:nvPr/>
          </p:nvSpPr>
          <p:spPr>
            <a:xfrm rot="5400000">
              <a:off x="7268306" y="4091352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166E851-499B-74ED-3D17-6B6E39DB01CF}"/>
                </a:ext>
              </a:extLst>
            </p:cNvPr>
            <p:cNvSpPr/>
            <p:nvPr/>
          </p:nvSpPr>
          <p:spPr>
            <a:xfrm>
              <a:off x="6990725" y="444226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2B0FF3F-A56A-957B-CA01-A81A0DB47255}"/>
                </a:ext>
              </a:extLst>
            </p:cNvPr>
            <p:cNvSpPr/>
            <p:nvPr/>
          </p:nvSpPr>
          <p:spPr>
            <a:xfrm rot="5400000">
              <a:off x="6855909" y="3451657"/>
              <a:ext cx="169253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Moon 63">
              <a:extLst>
                <a:ext uri="{FF2B5EF4-FFF2-40B4-BE49-F238E27FC236}">
                  <a16:creationId xmlns:a16="http://schemas.microsoft.com/office/drawing/2014/main" id="{9D872F5B-92DF-D2A0-2FFD-C132E78F68AF}"/>
                </a:ext>
              </a:extLst>
            </p:cNvPr>
            <p:cNvSpPr/>
            <p:nvPr/>
          </p:nvSpPr>
          <p:spPr>
            <a:xfrm rot="5400000">
              <a:off x="70337" y="4185137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Moon 64">
              <a:extLst>
                <a:ext uri="{FF2B5EF4-FFF2-40B4-BE49-F238E27FC236}">
                  <a16:creationId xmlns:a16="http://schemas.microsoft.com/office/drawing/2014/main" id="{FD4FF9EC-E853-9E6A-9AFF-D01CCF023902}"/>
                </a:ext>
              </a:extLst>
            </p:cNvPr>
            <p:cNvSpPr/>
            <p:nvPr/>
          </p:nvSpPr>
          <p:spPr>
            <a:xfrm rot="5400000">
              <a:off x="890952" y="4185136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024B672-A3F4-0283-429C-3CF416F89ECA}"/>
                </a:ext>
              </a:extLst>
            </p:cNvPr>
            <p:cNvSpPr/>
            <p:nvPr/>
          </p:nvSpPr>
          <p:spPr>
            <a:xfrm>
              <a:off x="613371" y="4536044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8EAF3B6-BACB-42AE-AC17-A196E08EAE59}"/>
                </a:ext>
              </a:extLst>
            </p:cNvPr>
            <p:cNvSpPr/>
            <p:nvPr/>
          </p:nvSpPr>
          <p:spPr>
            <a:xfrm rot="5400000">
              <a:off x="474503" y="3596385"/>
              <a:ext cx="247694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1C585C4-E147-FC97-CFBC-35B64947BF31}"/>
              </a:ext>
            </a:extLst>
          </p:cNvPr>
          <p:cNvSpPr/>
          <p:nvPr/>
        </p:nvSpPr>
        <p:spPr>
          <a:xfrm>
            <a:off x="-2188" y="6121629"/>
            <a:ext cx="12212940" cy="802632"/>
          </a:xfrm>
          <a:prstGeom prst="rect">
            <a:avLst/>
          </a:prstGeom>
          <a:solidFill>
            <a:srgbClr val="68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49AEC-5A59-21A6-D05B-099187EBC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291" y="1146515"/>
            <a:ext cx="6502582" cy="22095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sz="8800" b="1" dirty="0"/>
              <a:t>Electrical Meeting 1</a:t>
            </a:r>
          </a:p>
        </p:txBody>
      </p:sp>
      <p:pic>
        <p:nvPicPr>
          <p:cNvPr id="4" name="Picture 3" descr="A purple circle with white text and a heart with a pulse line&#10;&#10;AI-generated content may be incorrect.">
            <a:extLst>
              <a:ext uri="{FF2B5EF4-FFF2-40B4-BE49-F238E27FC236}">
                <a16:creationId xmlns:a16="http://schemas.microsoft.com/office/drawing/2014/main" id="{7398F1C8-F957-6CFD-191B-EE99170C3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253" y="134896"/>
            <a:ext cx="4325472" cy="4187831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durham-university-logo - New Results">
            <a:extLst>
              <a:ext uri="{FF2B5EF4-FFF2-40B4-BE49-F238E27FC236}">
                <a16:creationId xmlns:a16="http://schemas.microsoft.com/office/drawing/2014/main" id="{6F7B2E28-8FCF-D82A-2218-63ED2CF2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7" y="204795"/>
            <a:ext cx="1276710" cy="808008"/>
          </a:xfrm>
          <a:prstGeom prst="rect">
            <a:avLst/>
          </a:prstGeom>
        </p:spPr>
      </p:pic>
      <p:pic>
        <p:nvPicPr>
          <p:cNvPr id="9" name="Picture 8" descr="A white and purple card with text and images&#10;&#10;AI-generated content may be incorrect.">
            <a:extLst>
              <a:ext uri="{FF2B5EF4-FFF2-40B4-BE49-F238E27FC236}">
                <a16:creationId xmlns:a16="http://schemas.microsoft.com/office/drawing/2014/main" id="{8EF42E08-31D4-0E14-007E-836B67FDB6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11" t="89982" r="15665" b="1113"/>
          <a:stretch/>
        </p:blipFill>
        <p:spPr>
          <a:xfrm>
            <a:off x="3408024" y="6189776"/>
            <a:ext cx="5371419" cy="6106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2B991D1-BFD1-FF3D-4CCB-C52E51645B0D}"/>
              </a:ext>
            </a:extLst>
          </p:cNvPr>
          <p:cNvSpPr txBox="1">
            <a:spLocks/>
          </p:cNvSpPr>
          <p:nvPr/>
        </p:nvSpPr>
        <p:spPr>
          <a:xfrm>
            <a:off x="10101531" y="6227343"/>
            <a:ext cx="1912189" cy="620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3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09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6669-5720-FEAB-A274-1ED378C1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6021AEA-D700-89F6-2E48-F030FBE719CE}"/>
              </a:ext>
            </a:extLst>
          </p:cNvPr>
          <p:cNvGrpSpPr/>
          <p:nvPr/>
        </p:nvGrpSpPr>
        <p:grpSpPr>
          <a:xfrm>
            <a:off x="-305053" y="2997840"/>
            <a:ext cx="12537654" cy="5105531"/>
            <a:chOff x="-331445" y="2273492"/>
            <a:chExt cx="12537654" cy="5105531"/>
          </a:xfrm>
        </p:grpSpPr>
        <p:sp>
          <p:nvSpPr>
            <p:cNvPr id="74" name="Subtitle 2">
              <a:extLst>
                <a:ext uri="{FF2B5EF4-FFF2-40B4-BE49-F238E27FC236}">
                  <a16:creationId xmlns:a16="http://schemas.microsoft.com/office/drawing/2014/main" id="{B9E29115-714C-088D-F19C-EB21BC820FC4}"/>
                </a:ext>
              </a:extLst>
            </p:cNvPr>
            <p:cNvSpPr txBox="1">
              <a:spLocks/>
            </p:cNvSpPr>
            <p:nvPr/>
          </p:nvSpPr>
          <p:spPr>
            <a:xfrm>
              <a:off x="10101531" y="6227343"/>
              <a:ext cx="1912189" cy="62059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GB" sz="360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20E2DA3-709E-6A2B-2DDF-1DE8F799B6C7}"/>
                </a:ext>
              </a:extLst>
            </p:cNvPr>
            <p:cNvSpPr/>
            <p:nvPr/>
          </p:nvSpPr>
          <p:spPr>
            <a:xfrm>
              <a:off x="4262574" y="3317735"/>
              <a:ext cx="1167705" cy="2923293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0364E1D-6F7E-FD1F-8D7D-031199E4C3A2}"/>
                </a:ext>
              </a:extLst>
            </p:cNvPr>
            <p:cNvSpPr/>
            <p:nvPr/>
          </p:nvSpPr>
          <p:spPr>
            <a:xfrm>
              <a:off x="5096460" y="3898139"/>
              <a:ext cx="4504800" cy="233382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BED9AB-FB75-3E71-9B7F-2AF3CBF75A76}"/>
                </a:ext>
              </a:extLst>
            </p:cNvPr>
            <p:cNvSpPr/>
            <p:nvPr/>
          </p:nvSpPr>
          <p:spPr>
            <a:xfrm>
              <a:off x="6562950" y="2906101"/>
              <a:ext cx="1054235" cy="3325857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2D39346-B391-FAD6-695A-F07CF625F700}"/>
                </a:ext>
              </a:extLst>
            </p:cNvPr>
            <p:cNvSpPr/>
            <p:nvPr/>
          </p:nvSpPr>
          <p:spPr>
            <a:xfrm>
              <a:off x="6721099" y="2474779"/>
              <a:ext cx="766688" cy="374280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Isosceles Triangle 14">
              <a:extLst>
                <a:ext uri="{FF2B5EF4-FFF2-40B4-BE49-F238E27FC236}">
                  <a16:creationId xmlns:a16="http://schemas.microsoft.com/office/drawing/2014/main" id="{9ECBD925-1510-B5BC-668D-281D7FF6AB63}"/>
                </a:ext>
              </a:extLst>
            </p:cNvPr>
            <p:cNvSpPr/>
            <p:nvPr/>
          </p:nvSpPr>
          <p:spPr>
            <a:xfrm>
              <a:off x="7987560" y="3423373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Isosceles Triangle 15">
              <a:extLst>
                <a:ext uri="{FF2B5EF4-FFF2-40B4-BE49-F238E27FC236}">
                  <a16:creationId xmlns:a16="http://schemas.microsoft.com/office/drawing/2014/main" id="{89514672-264C-3DC3-3203-F8D873BB2D94}"/>
                </a:ext>
              </a:extLst>
            </p:cNvPr>
            <p:cNvSpPr/>
            <p:nvPr/>
          </p:nvSpPr>
          <p:spPr>
            <a:xfrm>
              <a:off x="8519522" y="3423372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Isosceles Triangle 16">
              <a:extLst>
                <a:ext uri="{FF2B5EF4-FFF2-40B4-BE49-F238E27FC236}">
                  <a16:creationId xmlns:a16="http://schemas.microsoft.com/office/drawing/2014/main" id="{DA10B7C6-B346-40B9-53AA-1674190DD563}"/>
                </a:ext>
              </a:extLst>
            </p:cNvPr>
            <p:cNvSpPr/>
            <p:nvPr/>
          </p:nvSpPr>
          <p:spPr>
            <a:xfrm>
              <a:off x="8850201" y="3322730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17">
              <a:extLst>
                <a:ext uri="{FF2B5EF4-FFF2-40B4-BE49-F238E27FC236}">
                  <a16:creationId xmlns:a16="http://schemas.microsoft.com/office/drawing/2014/main" id="{C01C40AA-A24F-7AB2-436F-6FA3FCD9EABA}"/>
                </a:ext>
              </a:extLst>
            </p:cNvPr>
            <p:cNvSpPr/>
            <p:nvPr/>
          </p:nvSpPr>
          <p:spPr>
            <a:xfrm>
              <a:off x="9324653" y="3423371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597D409-5B0F-F706-5C6F-EA1BF7C1A359}"/>
                </a:ext>
              </a:extLst>
            </p:cNvPr>
            <p:cNvSpPr/>
            <p:nvPr/>
          </p:nvSpPr>
          <p:spPr>
            <a:xfrm>
              <a:off x="6203516" y="3668101"/>
              <a:ext cx="277857" cy="2247556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A0767FD-1D2C-D05B-FD33-939257178A67}"/>
                </a:ext>
              </a:extLst>
            </p:cNvPr>
            <p:cNvSpPr/>
            <p:nvPr/>
          </p:nvSpPr>
          <p:spPr>
            <a:xfrm>
              <a:off x="4262572" y="3064252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E0CCDBD-8359-E60F-8204-4992D5CF03EB}"/>
                </a:ext>
              </a:extLst>
            </p:cNvPr>
            <p:cNvSpPr/>
            <p:nvPr/>
          </p:nvSpPr>
          <p:spPr>
            <a:xfrm>
              <a:off x="4506986" y="3064251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9141F7A-B1FF-6E32-914C-AF61C57BD501}"/>
                </a:ext>
              </a:extLst>
            </p:cNvPr>
            <p:cNvSpPr/>
            <p:nvPr/>
          </p:nvSpPr>
          <p:spPr>
            <a:xfrm>
              <a:off x="4751401" y="306425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12F3CEC-33C1-3327-99AD-04FD016C78BB}"/>
                </a:ext>
              </a:extLst>
            </p:cNvPr>
            <p:cNvSpPr/>
            <p:nvPr/>
          </p:nvSpPr>
          <p:spPr>
            <a:xfrm>
              <a:off x="5024570" y="3064249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77766B9-0FCC-BF0B-3AD0-19BE4739EED7}"/>
                </a:ext>
              </a:extLst>
            </p:cNvPr>
            <p:cNvSpPr/>
            <p:nvPr/>
          </p:nvSpPr>
          <p:spPr>
            <a:xfrm>
              <a:off x="5297739" y="3064248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EBDAB25-7948-40CC-3A9F-0ABAD5A55F1C}"/>
                </a:ext>
              </a:extLst>
            </p:cNvPr>
            <p:cNvSpPr/>
            <p:nvPr/>
          </p:nvSpPr>
          <p:spPr>
            <a:xfrm>
              <a:off x="6721097" y="2273493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D0255B4-5EC4-E493-4642-2AAE1E01563B}"/>
                </a:ext>
              </a:extLst>
            </p:cNvPr>
            <p:cNvSpPr/>
            <p:nvPr/>
          </p:nvSpPr>
          <p:spPr>
            <a:xfrm>
              <a:off x="7353700" y="2273492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BA23D97-ECDD-C4E6-0ACE-84C5BF4790AA}"/>
                </a:ext>
              </a:extLst>
            </p:cNvPr>
            <p:cNvSpPr/>
            <p:nvPr/>
          </p:nvSpPr>
          <p:spPr>
            <a:xfrm>
              <a:off x="4036511" y="3680261"/>
              <a:ext cx="122361" cy="2234727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01F8027-E010-D79B-69AA-3B671E451963}"/>
                </a:ext>
              </a:extLst>
            </p:cNvPr>
            <p:cNvSpPr/>
            <p:nvPr/>
          </p:nvSpPr>
          <p:spPr>
            <a:xfrm rot="16200000">
              <a:off x="4036511" y="3691982"/>
              <a:ext cx="110638" cy="26525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C831B74-2B51-DE0E-B1E3-460FE17D1086}"/>
                </a:ext>
              </a:extLst>
            </p:cNvPr>
            <p:cNvSpPr/>
            <p:nvPr/>
          </p:nvSpPr>
          <p:spPr>
            <a:xfrm>
              <a:off x="2257927" y="3774934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Top Corners Snipped 29">
              <a:extLst>
                <a:ext uri="{FF2B5EF4-FFF2-40B4-BE49-F238E27FC236}">
                  <a16:creationId xmlns:a16="http://schemas.microsoft.com/office/drawing/2014/main" id="{DC8EF0A3-3989-44C0-B9A6-3E25BF41B835}"/>
                </a:ext>
              </a:extLst>
            </p:cNvPr>
            <p:cNvSpPr/>
            <p:nvPr/>
          </p:nvSpPr>
          <p:spPr>
            <a:xfrm>
              <a:off x="2262554" y="3493476"/>
              <a:ext cx="1207476" cy="820615"/>
            </a:xfrm>
            <a:prstGeom prst="snip2Same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AE4F277-22FF-FD49-C1FC-BA1B0F679E03}"/>
                </a:ext>
              </a:extLst>
            </p:cNvPr>
            <p:cNvSpPr/>
            <p:nvPr/>
          </p:nvSpPr>
          <p:spPr>
            <a:xfrm>
              <a:off x="2855803" y="3985948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A2E4102-119D-0F4B-782F-7BD2B10B5089}"/>
                </a:ext>
              </a:extLst>
            </p:cNvPr>
            <p:cNvSpPr/>
            <p:nvPr/>
          </p:nvSpPr>
          <p:spPr>
            <a:xfrm>
              <a:off x="1824171" y="4114901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FFC39C9-28C5-F298-B5CD-D7B508A54D08}"/>
                </a:ext>
              </a:extLst>
            </p:cNvPr>
            <p:cNvSpPr/>
            <p:nvPr/>
          </p:nvSpPr>
          <p:spPr>
            <a:xfrm>
              <a:off x="1519370" y="4220408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B790BA6-E793-F30D-003F-7CB7C5C1E1D9}"/>
                </a:ext>
              </a:extLst>
            </p:cNvPr>
            <p:cNvSpPr/>
            <p:nvPr/>
          </p:nvSpPr>
          <p:spPr>
            <a:xfrm>
              <a:off x="1390415" y="4478315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7D8BD63-C590-816D-445F-C3EDA4E90CC5}"/>
                </a:ext>
              </a:extLst>
            </p:cNvPr>
            <p:cNvSpPr/>
            <p:nvPr/>
          </p:nvSpPr>
          <p:spPr>
            <a:xfrm>
              <a:off x="3043368" y="3939053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B438836-B559-695B-7464-16A9420ADDA8}"/>
                </a:ext>
              </a:extLst>
            </p:cNvPr>
            <p:cNvSpPr/>
            <p:nvPr/>
          </p:nvSpPr>
          <p:spPr>
            <a:xfrm>
              <a:off x="3348167" y="4478314"/>
              <a:ext cx="1238044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B5374FE-06F4-2BC7-CA77-521A6343019D}"/>
                </a:ext>
              </a:extLst>
            </p:cNvPr>
            <p:cNvSpPr/>
            <p:nvPr/>
          </p:nvSpPr>
          <p:spPr>
            <a:xfrm>
              <a:off x="3652966" y="4021113"/>
              <a:ext cx="323644" cy="2841232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Moon 102">
              <a:extLst>
                <a:ext uri="{FF2B5EF4-FFF2-40B4-BE49-F238E27FC236}">
                  <a16:creationId xmlns:a16="http://schemas.microsoft.com/office/drawing/2014/main" id="{90304D62-CF3D-4FA1-8B07-CD4F9D83F3C6}"/>
                </a:ext>
              </a:extLst>
            </p:cNvPr>
            <p:cNvSpPr/>
            <p:nvPr/>
          </p:nvSpPr>
          <p:spPr>
            <a:xfrm rot="5400000">
              <a:off x="9683261" y="4466492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Moon 103">
              <a:extLst>
                <a:ext uri="{FF2B5EF4-FFF2-40B4-BE49-F238E27FC236}">
                  <a16:creationId xmlns:a16="http://schemas.microsoft.com/office/drawing/2014/main" id="{7E57059C-F8B1-7BD9-7E88-C9B008A46802}"/>
                </a:ext>
              </a:extLst>
            </p:cNvPr>
            <p:cNvSpPr/>
            <p:nvPr/>
          </p:nvSpPr>
          <p:spPr>
            <a:xfrm rot="5400000">
              <a:off x="10503876" y="4466491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4E56F2E-8649-A3E5-B26C-9D232015212B}"/>
                </a:ext>
              </a:extLst>
            </p:cNvPr>
            <p:cNvSpPr/>
            <p:nvPr/>
          </p:nvSpPr>
          <p:spPr>
            <a:xfrm>
              <a:off x="1519371" y="411932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640E8F7-F673-B62A-3669-C7D0B40F20C8}"/>
                </a:ext>
              </a:extLst>
            </p:cNvPr>
            <p:cNvSpPr/>
            <p:nvPr/>
          </p:nvSpPr>
          <p:spPr>
            <a:xfrm>
              <a:off x="1636601" y="4119328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9DCBCF2-C804-8969-F67D-A3F05A30A618}"/>
                </a:ext>
              </a:extLst>
            </p:cNvPr>
            <p:cNvSpPr/>
            <p:nvPr/>
          </p:nvSpPr>
          <p:spPr>
            <a:xfrm>
              <a:off x="-4979" y="5075672"/>
              <a:ext cx="12211188" cy="230335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55568E3-9BD8-608C-537A-D54F4362550D}"/>
                </a:ext>
              </a:extLst>
            </p:cNvPr>
            <p:cNvSpPr/>
            <p:nvPr/>
          </p:nvSpPr>
          <p:spPr>
            <a:xfrm>
              <a:off x="1824169" y="4037266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DB9E147-2E12-FB31-32FC-B5358851632F}"/>
                </a:ext>
              </a:extLst>
            </p:cNvPr>
            <p:cNvSpPr/>
            <p:nvPr/>
          </p:nvSpPr>
          <p:spPr>
            <a:xfrm>
              <a:off x="1941399" y="4037265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B9C1D00-A805-2F8A-1C06-79A648A561EA}"/>
                </a:ext>
              </a:extLst>
            </p:cNvPr>
            <p:cNvSpPr/>
            <p:nvPr/>
          </p:nvSpPr>
          <p:spPr>
            <a:xfrm>
              <a:off x="2105522" y="4095880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A5F638D-E757-ED2B-3024-4C9B344C5C7D}"/>
                </a:ext>
              </a:extLst>
            </p:cNvPr>
            <p:cNvSpPr/>
            <p:nvPr/>
          </p:nvSpPr>
          <p:spPr>
            <a:xfrm>
              <a:off x="10226295" y="4817399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BBB1E61-751C-D8AA-F10D-C2BF4BABCF86}"/>
                </a:ext>
              </a:extLst>
            </p:cNvPr>
            <p:cNvSpPr/>
            <p:nvPr/>
          </p:nvSpPr>
          <p:spPr>
            <a:xfrm>
              <a:off x="2058630" y="4037265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CD505C-245D-222E-9826-1B56FA7CD991}"/>
                </a:ext>
              </a:extLst>
            </p:cNvPr>
            <p:cNvSpPr/>
            <p:nvPr/>
          </p:nvSpPr>
          <p:spPr>
            <a:xfrm>
              <a:off x="2375153" y="3415942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05880B0-D335-0242-C7E1-461DDBD74DD2}"/>
                </a:ext>
              </a:extLst>
            </p:cNvPr>
            <p:cNvSpPr/>
            <p:nvPr/>
          </p:nvSpPr>
          <p:spPr>
            <a:xfrm>
              <a:off x="2492383" y="3415941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035CEA7-6FD9-CD2F-0074-2E47DA9473F9}"/>
                </a:ext>
              </a:extLst>
            </p:cNvPr>
            <p:cNvSpPr/>
            <p:nvPr/>
          </p:nvSpPr>
          <p:spPr>
            <a:xfrm>
              <a:off x="2609614" y="3415941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A01805C-2A70-39B5-1F8D-86EC6F4C7F24}"/>
                </a:ext>
              </a:extLst>
            </p:cNvPr>
            <p:cNvSpPr/>
            <p:nvPr/>
          </p:nvSpPr>
          <p:spPr>
            <a:xfrm>
              <a:off x="2715122" y="3404218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6905E3A-0B7F-8855-BF07-A6607D9C88C4}"/>
                </a:ext>
              </a:extLst>
            </p:cNvPr>
            <p:cNvSpPr/>
            <p:nvPr/>
          </p:nvSpPr>
          <p:spPr>
            <a:xfrm>
              <a:off x="2832351" y="3404217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B04E778-2AE1-F6B9-1EC2-76FF639A506D}"/>
                </a:ext>
              </a:extLst>
            </p:cNvPr>
            <p:cNvSpPr/>
            <p:nvPr/>
          </p:nvSpPr>
          <p:spPr>
            <a:xfrm>
              <a:off x="2949582" y="3404217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495D224-07BD-E5EF-833B-5CA6CDFD3E61}"/>
                </a:ext>
              </a:extLst>
            </p:cNvPr>
            <p:cNvSpPr/>
            <p:nvPr/>
          </p:nvSpPr>
          <p:spPr>
            <a:xfrm>
              <a:off x="3055090" y="3415940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CD733DB-0801-AEB4-24F1-A24FF5292829}"/>
                </a:ext>
              </a:extLst>
            </p:cNvPr>
            <p:cNvSpPr/>
            <p:nvPr/>
          </p:nvSpPr>
          <p:spPr>
            <a:xfrm>
              <a:off x="3172319" y="341593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265D6EC-5F87-8DE7-FECE-0BCF5E23562F}"/>
                </a:ext>
              </a:extLst>
            </p:cNvPr>
            <p:cNvSpPr/>
            <p:nvPr/>
          </p:nvSpPr>
          <p:spPr>
            <a:xfrm>
              <a:off x="3289550" y="341593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B940227-6342-B6A2-C92B-75C0AD675766}"/>
                </a:ext>
              </a:extLst>
            </p:cNvPr>
            <p:cNvSpPr/>
            <p:nvPr/>
          </p:nvSpPr>
          <p:spPr>
            <a:xfrm rot="5400000">
              <a:off x="10091479" y="3826796"/>
              <a:ext cx="169253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DFF22EE0-DA56-DE52-7199-2F756BAD9284}"/>
                </a:ext>
              </a:extLst>
            </p:cNvPr>
            <p:cNvSpPr/>
            <p:nvPr/>
          </p:nvSpPr>
          <p:spPr>
            <a:xfrm>
              <a:off x="11035186" y="467672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5AECFD0-691D-90E5-BDBF-DAD781D86809}"/>
                </a:ext>
              </a:extLst>
            </p:cNvPr>
            <p:cNvSpPr/>
            <p:nvPr/>
          </p:nvSpPr>
          <p:spPr>
            <a:xfrm>
              <a:off x="11105525" y="4348475"/>
              <a:ext cx="1095376" cy="2293342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Moon 124">
              <a:extLst>
                <a:ext uri="{FF2B5EF4-FFF2-40B4-BE49-F238E27FC236}">
                  <a16:creationId xmlns:a16="http://schemas.microsoft.com/office/drawing/2014/main" id="{7E21D06A-75D5-A63C-3DC7-1BEE30390102}"/>
                </a:ext>
              </a:extLst>
            </p:cNvPr>
            <p:cNvSpPr/>
            <p:nvPr/>
          </p:nvSpPr>
          <p:spPr>
            <a:xfrm rot="5400000">
              <a:off x="6447691" y="4091353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Moon 125">
              <a:extLst>
                <a:ext uri="{FF2B5EF4-FFF2-40B4-BE49-F238E27FC236}">
                  <a16:creationId xmlns:a16="http://schemas.microsoft.com/office/drawing/2014/main" id="{5C6D91E9-2135-CE24-CFF4-4589D4D8BDBB}"/>
                </a:ext>
              </a:extLst>
            </p:cNvPr>
            <p:cNvSpPr/>
            <p:nvPr/>
          </p:nvSpPr>
          <p:spPr>
            <a:xfrm rot="5400000">
              <a:off x="7268306" y="4091352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C9F49DC-BFDB-7038-F669-5932B1F528BB}"/>
                </a:ext>
              </a:extLst>
            </p:cNvPr>
            <p:cNvSpPr/>
            <p:nvPr/>
          </p:nvSpPr>
          <p:spPr>
            <a:xfrm>
              <a:off x="6990725" y="444226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5EE6342-FAC4-4F73-2148-93F7C5C23815}"/>
                </a:ext>
              </a:extLst>
            </p:cNvPr>
            <p:cNvSpPr/>
            <p:nvPr/>
          </p:nvSpPr>
          <p:spPr>
            <a:xfrm rot="5400000">
              <a:off x="6855909" y="3451657"/>
              <a:ext cx="169253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oon 128">
              <a:extLst>
                <a:ext uri="{FF2B5EF4-FFF2-40B4-BE49-F238E27FC236}">
                  <a16:creationId xmlns:a16="http://schemas.microsoft.com/office/drawing/2014/main" id="{CDB34EBD-AEAD-2C84-7F2F-B6DED0005C73}"/>
                </a:ext>
              </a:extLst>
            </p:cNvPr>
            <p:cNvSpPr/>
            <p:nvPr/>
          </p:nvSpPr>
          <p:spPr>
            <a:xfrm rot="5400000">
              <a:off x="70337" y="4185137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oon 129">
              <a:extLst>
                <a:ext uri="{FF2B5EF4-FFF2-40B4-BE49-F238E27FC236}">
                  <a16:creationId xmlns:a16="http://schemas.microsoft.com/office/drawing/2014/main" id="{C413F162-8BE1-1831-C0CB-DB85FDB7F7B5}"/>
                </a:ext>
              </a:extLst>
            </p:cNvPr>
            <p:cNvSpPr/>
            <p:nvPr/>
          </p:nvSpPr>
          <p:spPr>
            <a:xfrm rot="5400000">
              <a:off x="890952" y="4185136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354C11E-75F7-8DD8-D018-50A2738D6F0C}"/>
                </a:ext>
              </a:extLst>
            </p:cNvPr>
            <p:cNvSpPr/>
            <p:nvPr/>
          </p:nvSpPr>
          <p:spPr>
            <a:xfrm>
              <a:off x="613371" y="4536044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D35BAF6-00F8-9EC0-2849-3E3AAC963DDA}"/>
                </a:ext>
              </a:extLst>
            </p:cNvPr>
            <p:cNvSpPr/>
            <p:nvPr/>
          </p:nvSpPr>
          <p:spPr>
            <a:xfrm rot="5400000">
              <a:off x="474503" y="3596385"/>
              <a:ext cx="247694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F58BEA5-F8D3-2A4E-0E62-97847380DC9A}"/>
              </a:ext>
            </a:extLst>
          </p:cNvPr>
          <p:cNvSpPr/>
          <p:nvPr/>
        </p:nvSpPr>
        <p:spPr>
          <a:xfrm>
            <a:off x="-2188" y="6121629"/>
            <a:ext cx="12212940" cy="802632"/>
          </a:xfrm>
          <a:prstGeom prst="rect">
            <a:avLst/>
          </a:prstGeom>
          <a:solidFill>
            <a:srgbClr val="68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D200B-3034-1CDC-5DBE-5F501D005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696" y="1707042"/>
            <a:ext cx="12206375" cy="8199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8000" b="1" dirty="0"/>
              <a:t>Introduction</a:t>
            </a:r>
            <a:r>
              <a:rPr lang="en-GB" sz="6000" b="1" dirty="0"/>
              <a:t>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A25823A-B664-4446-28F9-E72952FC027A}"/>
              </a:ext>
            </a:extLst>
          </p:cNvPr>
          <p:cNvSpPr txBox="1">
            <a:spLocks/>
          </p:cNvSpPr>
          <p:nvPr/>
        </p:nvSpPr>
        <p:spPr>
          <a:xfrm>
            <a:off x="10101531" y="6227343"/>
            <a:ext cx="1912189" cy="620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3600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69" name="Picture 68" descr="A purple circle with white text and a heart with a pulse line&#10;&#10;AI-generated content may be incorrect.">
            <a:extLst>
              <a:ext uri="{FF2B5EF4-FFF2-40B4-BE49-F238E27FC236}">
                <a16:creationId xmlns:a16="http://schemas.microsoft.com/office/drawing/2014/main" id="{94837AD5-FF70-CDC8-6B06-C7294DE9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631" y="235535"/>
            <a:ext cx="926666" cy="904044"/>
          </a:xfrm>
          <a:prstGeom prst="rect">
            <a:avLst/>
          </a:prstGeom>
          <a:ln>
            <a:noFill/>
          </a:ln>
        </p:spPr>
      </p:pic>
      <p:pic>
        <p:nvPicPr>
          <p:cNvPr id="70" name="Picture 69" descr="durham-university-logo - New Results">
            <a:extLst>
              <a:ext uri="{FF2B5EF4-FFF2-40B4-BE49-F238E27FC236}">
                <a16:creationId xmlns:a16="http://schemas.microsoft.com/office/drawing/2014/main" id="{5BEE577F-5621-DA6B-0C09-EB1C03125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7" y="204795"/>
            <a:ext cx="1276710" cy="80800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3D735F6D-A9FE-49F6-B198-7B87B391E48E}"/>
              </a:ext>
            </a:extLst>
          </p:cNvPr>
          <p:cNvGrpSpPr/>
          <p:nvPr/>
        </p:nvGrpSpPr>
        <p:grpSpPr>
          <a:xfrm>
            <a:off x="96265" y="6157022"/>
            <a:ext cx="1457739" cy="808008"/>
            <a:chOff x="268793" y="6128267"/>
            <a:chExt cx="1457739" cy="808008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908FC0E-A1F7-69E3-6B70-29903028291D}"/>
                </a:ext>
              </a:extLst>
            </p:cNvPr>
            <p:cNvSpPr/>
            <p:nvPr/>
          </p:nvSpPr>
          <p:spPr>
            <a:xfrm>
              <a:off x="268793" y="6221754"/>
              <a:ext cx="1457739" cy="59759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 descr="durham-university-logo - New Results">
              <a:extLst>
                <a:ext uri="{FF2B5EF4-FFF2-40B4-BE49-F238E27FC236}">
                  <a16:creationId xmlns:a16="http://schemas.microsoft.com/office/drawing/2014/main" id="{53714821-E6B0-CBE6-FE1D-F4212301A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425" y="6128267"/>
              <a:ext cx="1276710" cy="808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980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6669-5720-FEAB-A274-1ED378C1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58BEA5-F8D3-2A4E-0E62-97847380DC9A}"/>
              </a:ext>
            </a:extLst>
          </p:cNvPr>
          <p:cNvSpPr/>
          <p:nvPr/>
        </p:nvSpPr>
        <p:spPr>
          <a:xfrm>
            <a:off x="-2188" y="6121629"/>
            <a:ext cx="12212940" cy="802632"/>
          </a:xfrm>
          <a:prstGeom prst="rect">
            <a:avLst/>
          </a:prstGeom>
          <a:solidFill>
            <a:srgbClr val="68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D200B-3034-1CDC-5DBE-5F501D005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8829" y="835307"/>
            <a:ext cx="12206375" cy="8199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5400" b="1" dirty="0"/>
              <a:t>Progress Update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A25823A-B664-4446-28F9-E72952FC027A}"/>
              </a:ext>
            </a:extLst>
          </p:cNvPr>
          <p:cNvSpPr txBox="1">
            <a:spLocks/>
          </p:cNvSpPr>
          <p:nvPr/>
        </p:nvSpPr>
        <p:spPr>
          <a:xfrm>
            <a:off x="10101531" y="6227343"/>
            <a:ext cx="1912189" cy="620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3600">
                <a:solidFill>
                  <a:srgbClr val="FFFFFF"/>
                </a:solidFill>
              </a:rPr>
              <a:t>9</a:t>
            </a:r>
          </a:p>
        </p:txBody>
      </p:sp>
      <p:pic>
        <p:nvPicPr>
          <p:cNvPr id="69" name="Picture 68" descr="A purple circle with white text and a heart with a pulse line&#10;&#10;AI-generated content may be incorrect.">
            <a:extLst>
              <a:ext uri="{FF2B5EF4-FFF2-40B4-BE49-F238E27FC236}">
                <a16:creationId xmlns:a16="http://schemas.microsoft.com/office/drawing/2014/main" id="{94837AD5-FF70-CDC8-6B06-C7294DE9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631" y="235535"/>
            <a:ext cx="926666" cy="904044"/>
          </a:xfrm>
          <a:prstGeom prst="rect">
            <a:avLst/>
          </a:prstGeom>
          <a:ln>
            <a:noFill/>
          </a:ln>
        </p:spPr>
      </p:pic>
      <p:pic>
        <p:nvPicPr>
          <p:cNvPr id="70" name="Picture 69" descr="durham-university-logo - New Results">
            <a:extLst>
              <a:ext uri="{FF2B5EF4-FFF2-40B4-BE49-F238E27FC236}">
                <a16:creationId xmlns:a16="http://schemas.microsoft.com/office/drawing/2014/main" id="{5BEE577F-5621-DA6B-0C09-EB1C03125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27" y="204795"/>
            <a:ext cx="1276710" cy="80800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756905E-4FF3-5270-EF28-D032871BD76E}"/>
              </a:ext>
            </a:extLst>
          </p:cNvPr>
          <p:cNvGrpSpPr/>
          <p:nvPr/>
        </p:nvGrpSpPr>
        <p:grpSpPr>
          <a:xfrm>
            <a:off x="96265" y="6157022"/>
            <a:ext cx="1457739" cy="808008"/>
            <a:chOff x="268793" y="6128267"/>
            <a:chExt cx="1457739" cy="80800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37D641B-D8DE-4D26-BB69-DA0E693FCBEC}"/>
                </a:ext>
              </a:extLst>
            </p:cNvPr>
            <p:cNvSpPr/>
            <p:nvPr/>
          </p:nvSpPr>
          <p:spPr>
            <a:xfrm>
              <a:off x="268793" y="6221754"/>
              <a:ext cx="1457739" cy="59759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durham-university-logo - New Results">
              <a:extLst>
                <a:ext uri="{FF2B5EF4-FFF2-40B4-BE49-F238E27FC236}">
                  <a16:creationId xmlns:a16="http://schemas.microsoft.com/office/drawing/2014/main" id="{BE1F0FE4-F2C1-0BD7-99ED-1C30865E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1425" y="6128267"/>
              <a:ext cx="1276710" cy="808008"/>
            </a:xfrm>
            <a:prstGeom prst="rect">
              <a:avLst/>
            </a:prstGeom>
          </p:spPr>
        </p:pic>
      </p:grpSp>
      <p:pic>
        <p:nvPicPr>
          <p:cNvPr id="73" name="Picture 72" descr="A screenshot of a spreadsheet&#10;&#10;AI-generated content may be incorrect.">
            <a:hlinkClick r:id="rId5"/>
            <a:extLst>
              <a:ext uri="{FF2B5EF4-FFF2-40B4-BE49-F238E27FC236}">
                <a16:creationId xmlns:a16="http://schemas.microsoft.com/office/drawing/2014/main" id="{C35154D8-C77B-365B-9F92-240F95CE6B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44"/>
          <a:stretch>
            <a:fillRect/>
          </a:stretch>
        </p:blipFill>
        <p:spPr>
          <a:xfrm>
            <a:off x="825134" y="1723738"/>
            <a:ext cx="10679301" cy="435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1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4C6ED-35D2-811F-D998-86116070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3EF99352-F8AB-D964-2033-F7BA49A15A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rcRect/>
          <a:stretch>
            <a:fillRect/>
          </a:stretch>
        </p:blipFill>
        <p:spPr>
          <a:xfrm>
            <a:off x="0" y="-186750"/>
            <a:ext cx="12327050" cy="82180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295A67-7002-0FEE-5458-9C2955A97D9F}"/>
              </a:ext>
            </a:extLst>
          </p:cNvPr>
          <p:cNvSpPr/>
          <p:nvPr/>
        </p:nvSpPr>
        <p:spPr>
          <a:xfrm>
            <a:off x="-2188" y="6121629"/>
            <a:ext cx="12212940" cy="802632"/>
          </a:xfrm>
          <a:prstGeom prst="rect">
            <a:avLst/>
          </a:prstGeom>
          <a:solidFill>
            <a:srgbClr val="68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FC3590C-3D31-B450-EA70-FA57962126A8}"/>
              </a:ext>
            </a:extLst>
          </p:cNvPr>
          <p:cNvSpPr txBox="1">
            <a:spLocks/>
          </p:cNvSpPr>
          <p:nvPr/>
        </p:nvSpPr>
        <p:spPr>
          <a:xfrm>
            <a:off x="10101531" y="6227343"/>
            <a:ext cx="1912189" cy="620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3600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4" name="Picture 3" descr="A purple circle with white text and a heart with a pulse line&#10;&#10;AI-generated content may be incorrect.">
            <a:extLst>
              <a:ext uri="{FF2B5EF4-FFF2-40B4-BE49-F238E27FC236}">
                <a16:creationId xmlns:a16="http://schemas.microsoft.com/office/drawing/2014/main" id="{54BFD31F-7483-FE69-B261-1304A1F0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631" y="235535"/>
            <a:ext cx="926666" cy="904044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durham-university-logo - New Results">
            <a:extLst>
              <a:ext uri="{FF2B5EF4-FFF2-40B4-BE49-F238E27FC236}">
                <a16:creationId xmlns:a16="http://schemas.microsoft.com/office/drawing/2014/main" id="{E43BCF19-6694-6CC9-26EC-49AE035B9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27" y="204795"/>
            <a:ext cx="1276710" cy="808008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AC6242E7-727B-1EBC-394B-2ABCEC1C2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753" y="782146"/>
            <a:ext cx="10376872" cy="129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b="1" dirty="0"/>
              <a:t>Social Event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65228-66C8-F664-F8E7-FB352D2C3C6A}"/>
              </a:ext>
            </a:extLst>
          </p:cNvPr>
          <p:cNvSpPr txBox="1"/>
          <p:nvPr/>
        </p:nvSpPr>
        <p:spPr>
          <a:xfrm>
            <a:off x="587727" y="1905222"/>
            <a:ext cx="10845738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/>
              <a:t>Thursday, October 30</a:t>
            </a:r>
            <a:r>
              <a:rPr lang="en-GB" sz="2800" b="1" baseline="30000" dirty="0"/>
              <a:t>th</a:t>
            </a:r>
            <a:endParaRPr lang="en-GB" sz="2800" b="1" dirty="0"/>
          </a:p>
          <a:p>
            <a:pPr algn="ctr"/>
            <a:r>
              <a:rPr lang="en-GB" sz="2800" b="1" dirty="0"/>
              <a:t>8pm</a:t>
            </a:r>
          </a:p>
          <a:p>
            <a:pPr algn="ctr"/>
            <a:r>
              <a:rPr lang="en-GB" sz="2800" b="1" dirty="0"/>
              <a:t>Head of Steam (top bar)</a:t>
            </a:r>
          </a:p>
          <a:p>
            <a:pPr algn="ctr"/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AB7A07-60FE-84AA-BB55-1374FCB1B64D}"/>
              </a:ext>
            </a:extLst>
          </p:cNvPr>
          <p:cNvGrpSpPr/>
          <p:nvPr/>
        </p:nvGrpSpPr>
        <p:grpSpPr>
          <a:xfrm>
            <a:off x="96265" y="6157022"/>
            <a:ext cx="1457739" cy="808008"/>
            <a:chOff x="268793" y="6128267"/>
            <a:chExt cx="1457739" cy="80800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2C0FE9A-1E69-752A-41D0-EF27EF430AEA}"/>
                </a:ext>
              </a:extLst>
            </p:cNvPr>
            <p:cNvSpPr/>
            <p:nvPr/>
          </p:nvSpPr>
          <p:spPr>
            <a:xfrm>
              <a:off x="268793" y="6221754"/>
              <a:ext cx="1457739" cy="59759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durham-university-logo - New Results">
              <a:extLst>
                <a:ext uri="{FF2B5EF4-FFF2-40B4-BE49-F238E27FC236}">
                  <a16:creationId xmlns:a16="http://schemas.microsoft.com/office/drawing/2014/main" id="{162228D5-EB03-C922-FD50-8DC25AEE3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1425" y="6128267"/>
              <a:ext cx="1276710" cy="808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296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6669-5720-FEAB-A274-1ED378C1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C227427E-1EF8-A498-99A3-92DA1B68C022}"/>
              </a:ext>
            </a:extLst>
          </p:cNvPr>
          <p:cNvGrpSpPr/>
          <p:nvPr/>
        </p:nvGrpSpPr>
        <p:grpSpPr>
          <a:xfrm>
            <a:off x="-322331" y="3428146"/>
            <a:ext cx="12537654" cy="5105531"/>
            <a:chOff x="-331445" y="2273492"/>
            <a:chExt cx="12537654" cy="5105531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20B42369-3835-402B-4A30-6AB1FEE34CC4}"/>
                </a:ext>
              </a:extLst>
            </p:cNvPr>
            <p:cNvSpPr txBox="1">
              <a:spLocks/>
            </p:cNvSpPr>
            <p:nvPr/>
          </p:nvSpPr>
          <p:spPr>
            <a:xfrm>
              <a:off x="10101531" y="6227343"/>
              <a:ext cx="1912189" cy="62059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GB" sz="360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807BB8-A977-184B-2FE2-58B17993505E}"/>
                </a:ext>
              </a:extLst>
            </p:cNvPr>
            <p:cNvSpPr/>
            <p:nvPr/>
          </p:nvSpPr>
          <p:spPr>
            <a:xfrm>
              <a:off x="4262574" y="3317735"/>
              <a:ext cx="1167705" cy="2923293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640CAB-1EA4-156E-5DB9-A5E63C679116}"/>
                </a:ext>
              </a:extLst>
            </p:cNvPr>
            <p:cNvSpPr/>
            <p:nvPr/>
          </p:nvSpPr>
          <p:spPr>
            <a:xfrm>
              <a:off x="5096460" y="3898139"/>
              <a:ext cx="4504800" cy="233382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2F228C-E53A-58C5-55B4-6D3113E191A3}"/>
                </a:ext>
              </a:extLst>
            </p:cNvPr>
            <p:cNvSpPr/>
            <p:nvPr/>
          </p:nvSpPr>
          <p:spPr>
            <a:xfrm>
              <a:off x="6562950" y="2906101"/>
              <a:ext cx="1054235" cy="3325857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07C0E9-28A8-4759-78BA-80D05A8BC4D7}"/>
                </a:ext>
              </a:extLst>
            </p:cNvPr>
            <p:cNvSpPr/>
            <p:nvPr/>
          </p:nvSpPr>
          <p:spPr>
            <a:xfrm>
              <a:off x="6721099" y="2474779"/>
              <a:ext cx="766688" cy="374280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2683D818-C95A-282B-A6B4-C93520AA75C2}"/>
                </a:ext>
              </a:extLst>
            </p:cNvPr>
            <p:cNvSpPr/>
            <p:nvPr/>
          </p:nvSpPr>
          <p:spPr>
            <a:xfrm>
              <a:off x="7987560" y="3423373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8820A70-5827-1ABA-8DD0-6C185A649301}"/>
                </a:ext>
              </a:extLst>
            </p:cNvPr>
            <p:cNvSpPr/>
            <p:nvPr/>
          </p:nvSpPr>
          <p:spPr>
            <a:xfrm>
              <a:off x="8519522" y="3423372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C966C9D-B146-9E92-DC68-3DB4CF211C0A}"/>
                </a:ext>
              </a:extLst>
            </p:cNvPr>
            <p:cNvSpPr/>
            <p:nvPr/>
          </p:nvSpPr>
          <p:spPr>
            <a:xfrm>
              <a:off x="8850201" y="3322730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9A8D54F-2132-D0F3-4B43-A132B5A3836D}"/>
                </a:ext>
              </a:extLst>
            </p:cNvPr>
            <p:cNvSpPr/>
            <p:nvPr/>
          </p:nvSpPr>
          <p:spPr>
            <a:xfrm>
              <a:off x="9324653" y="3423371"/>
              <a:ext cx="281608" cy="695739"/>
            </a:xfrm>
            <a:prstGeom prst="triangle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456418-C59B-6157-3747-23D2EFD9046C}"/>
                </a:ext>
              </a:extLst>
            </p:cNvPr>
            <p:cNvSpPr/>
            <p:nvPr/>
          </p:nvSpPr>
          <p:spPr>
            <a:xfrm>
              <a:off x="6203516" y="3668101"/>
              <a:ext cx="277857" cy="2247556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9E87D62-BE88-8F24-A962-B70EF42191D1}"/>
                </a:ext>
              </a:extLst>
            </p:cNvPr>
            <p:cNvSpPr/>
            <p:nvPr/>
          </p:nvSpPr>
          <p:spPr>
            <a:xfrm>
              <a:off x="4262572" y="3064252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761B79-10A9-69D4-7B08-41E54EADA11A}"/>
                </a:ext>
              </a:extLst>
            </p:cNvPr>
            <p:cNvSpPr/>
            <p:nvPr/>
          </p:nvSpPr>
          <p:spPr>
            <a:xfrm>
              <a:off x="4506986" y="3064251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D47E0A-FB9A-7F19-35E2-821E4EC196EA}"/>
                </a:ext>
              </a:extLst>
            </p:cNvPr>
            <p:cNvSpPr/>
            <p:nvPr/>
          </p:nvSpPr>
          <p:spPr>
            <a:xfrm>
              <a:off x="4751401" y="306425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ECE4CA-10D9-DA71-92C1-FE0350FA4800}"/>
                </a:ext>
              </a:extLst>
            </p:cNvPr>
            <p:cNvSpPr/>
            <p:nvPr/>
          </p:nvSpPr>
          <p:spPr>
            <a:xfrm>
              <a:off x="5024570" y="3064249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7F7D82-F5D0-9869-5887-C4554970FFA6}"/>
                </a:ext>
              </a:extLst>
            </p:cNvPr>
            <p:cNvSpPr/>
            <p:nvPr/>
          </p:nvSpPr>
          <p:spPr>
            <a:xfrm>
              <a:off x="5297739" y="3064248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87E5E4-F711-C28B-1A21-9DF710B66A33}"/>
                </a:ext>
              </a:extLst>
            </p:cNvPr>
            <p:cNvSpPr/>
            <p:nvPr/>
          </p:nvSpPr>
          <p:spPr>
            <a:xfrm>
              <a:off x="6721097" y="2273493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FED318-6804-F84D-0AEC-B831A7D1A0E6}"/>
                </a:ext>
              </a:extLst>
            </p:cNvPr>
            <p:cNvSpPr/>
            <p:nvPr/>
          </p:nvSpPr>
          <p:spPr>
            <a:xfrm>
              <a:off x="7353700" y="2273492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7BC457-607D-E12A-513D-B92342CFC19E}"/>
                </a:ext>
              </a:extLst>
            </p:cNvPr>
            <p:cNvSpPr/>
            <p:nvPr/>
          </p:nvSpPr>
          <p:spPr>
            <a:xfrm>
              <a:off x="4036511" y="3680261"/>
              <a:ext cx="122361" cy="2234727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FDFDCA8-378A-3875-94E8-C3CE53E8FA30}"/>
                </a:ext>
              </a:extLst>
            </p:cNvPr>
            <p:cNvSpPr/>
            <p:nvPr/>
          </p:nvSpPr>
          <p:spPr>
            <a:xfrm rot="16200000">
              <a:off x="4036511" y="3691982"/>
              <a:ext cx="110638" cy="265250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FD6A250-C0F0-F753-5DE4-DEB06F46ED5E}"/>
                </a:ext>
              </a:extLst>
            </p:cNvPr>
            <p:cNvSpPr/>
            <p:nvPr/>
          </p:nvSpPr>
          <p:spPr>
            <a:xfrm>
              <a:off x="2257927" y="3774934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Top Corners Snipped 29">
              <a:extLst>
                <a:ext uri="{FF2B5EF4-FFF2-40B4-BE49-F238E27FC236}">
                  <a16:creationId xmlns:a16="http://schemas.microsoft.com/office/drawing/2014/main" id="{C5128210-4559-937C-E6DC-7AA3734C1AE1}"/>
                </a:ext>
              </a:extLst>
            </p:cNvPr>
            <p:cNvSpPr/>
            <p:nvPr/>
          </p:nvSpPr>
          <p:spPr>
            <a:xfrm>
              <a:off x="2262554" y="3493476"/>
              <a:ext cx="1207476" cy="820615"/>
            </a:xfrm>
            <a:prstGeom prst="snip2Same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596B28-B9EF-5755-B015-7CFD732F524E}"/>
                </a:ext>
              </a:extLst>
            </p:cNvPr>
            <p:cNvSpPr/>
            <p:nvPr/>
          </p:nvSpPr>
          <p:spPr>
            <a:xfrm>
              <a:off x="2855803" y="3985948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41FD2B-C59F-605C-BAF7-B92DFDD57341}"/>
                </a:ext>
              </a:extLst>
            </p:cNvPr>
            <p:cNvSpPr/>
            <p:nvPr/>
          </p:nvSpPr>
          <p:spPr>
            <a:xfrm>
              <a:off x="1824171" y="4114901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173C73F-30AB-20D5-D770-830ADB75D4CA}"/>
                </a:ext>
              </a:extLst>
            </p:cNvPr>
            <p:cNvSpPr/>
            <p:nvPr/>
          </p:nvSpPr>
          <p:spPr>
            <a:xfrm>
              <a:off x="1519370" y="4220408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A69801A-F862-7BD6-8F69-FE26540B4126}"/>
                </a:ext>
              </a:extLst>
            </p:cNvPr>
            <p:cNvSpPr/>
            <p:nvPr/>
          </p:nvSpPr>
          <p:spPr>
            <a:xfrm>
              <a:off x="1390415" y="4478315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9423081-E570-0645-974F-667EEC02FBDF}"/>
                </a:ext>
              </a:extLst>
            </p:cNvPr>
            <p:cNvSpPr/>
            <p:nvPr/>
          </p:nvSpPr>
          <p:spPr>
            <a:xfrm>
              <a:off x="3043368" y="3939053"/>
              <a:ext cx="616721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9D4AA10-FACE-D711-0E0F-B001C9866E86}"/>
                </a:ext>
              </a:extLst>
            </p:cNvPr>
            <p:cNvSpPr/>
            <p:nvPr/>
          </p:nvSpPr>
          <p:spPr>
            <a:xfrm>
              <a:off x="3348167" y="4478314"/>
              <a:ext cx="1238044" cy="287640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FD6A3BC-1E95-CF8A-E51E-97857EDF0D15}"/>
                </a:ext>
              </a:extLst>
            </p:cNvPr>
            <p:cNvSpPr/>
            <p:nvPr/>
          </p:nvSpPr>
          <p:spPr>
            <a:xfrm>
              <a:off x="3652966" y="4021113"/>
              <a:ext cx="323644" cy="2841232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oon 37">
              <a:extLst>
                <a:ext uri="{FF2B5EF4-FFF2-40B4-BE49-F238E27FC236}">
                  <a16:creationId xmlns:a16="http://schemas.microsoft.com/office/drawing/2014/main" id="{3DFEC131-522D-F8EB-4C41-0FB681AF2EA0}"/>
                </a:ext>
              </a:extLst>
            </p:cNvPr>
            <p:cNvSpPr/>
            <p:nvPr/>
          </p:nvSpPr>
          <p:spPr>
            <a:xfrm rot="5400000">
              <a:off x="9683261" y="4466492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Moon 38">
              <a:extLst>
                <a:ext uri="{FF2B5EF4-FFF2-40B4-BE49-F238E27FC236}">
                  <a16:creationId xmlns:a16="http://schemas.microsoft.com/office/drawing/2014/main" id="{E435DB6C-5E4F-5CBE-022F-958948EB7BC0}"/>
                </a:ext>
              </a:extLst>
            </p:cNvPr>
            <p:cNvSpPr/>
            <p:nvPr/>
          </p:nvSpPr>
          <p:spPr>
            <a:xfrm rot="5400000">
              <a:off x="10503876" y="4466491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2F4B672-296E-4BCE-1396-412053E1BABE}"/>
                </a:ext>
              </a:extLst>
            </p:cNvPr>
            <p:cNvSpPr/>
            <p:nvPr/>
          </p:nvSpPr>
          <p:spPr>
            <a:xfrm>
              <a:off x="1519371" y="411932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6744CF7-1825-8B50-3D34-94B7F3CFD566}"/>
                </a:ext>
              </a:extLst>
            </p:cNvPr>
            <p:cNvSpPr/>
            <p:nvPr/>
          </p:nvSpPr>
          <p:spPr>
            <a:xfrm>
              <a:off x="1636601" y="4119328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4421EED-2414-F81C-F3ED-CF0E742E3ECB}"/>
                </a:ext>
              </a:extLst>
            </p:cNvPr>
            <p:cNvSpPr/>
            <p:nvPr/>
          </p:nvSpPr>
          <p:spPr>
            <a:xfrm>
              <a:off x="-4979" y="5075672"/>
              <a:ext cx="12211188" cy="2303351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F44536D-1170-9925-87D6-2C2C1A51A808}"/>
                </a:ext>
              </a:extLst>
            </p:cNvPr>
            <p:cNvSpPr/>
            <p:nvPr/>
          </p:nvSpPr>
          <p:spPr>
            <a:xfrm>
              <a:off x="1824169" y="4037266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3CDDBE9-2BEC-5943-957E-36BE277A5115}"/>
                </a:ext>
              </a:extLst>
            </p:cNvPr>
            <p:cNvSpPr/>
            <p:nvPr/>
          </p:nvSpPr>
          <p:spPr>
            <a:xfrm>
              <a:off x="1941399" y="4037265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84B7EDF-7E0E-0780-9B5D-658BE42248C7}"/>
                </a:ext>
              </a:extLst>
            </p:cNvPr>
            <p:cNvSpPr/>
            <p:nvPr/>
          </p:nvSpPr>
          <p:spPr>
            <a:xfrm>
              <a:off x="2105522" y="4095880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CE8C49B-48BD-183C-0000-B290413B0AE8}"/>
                </a:ext>
              </a:extLst>
            </p:cNvPr>
            <p:cNvSpPr/>
            <p:nvPr/>
          </p:nvSpPr>
          <p:spPr>
            <a:xfrm>
              <a:off x="10226295" y="4817399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721917F-E8BF-FE8C-25CD-793B32E99662}"/>
                </a:ext>
              </a:extLst>
            </p:cNvPr>
            <p:cNvSpPr/>
            <p:nvPr/>
          </p:nvSpPr>
          <p:spPr>
            <a:xfrm>
              <a:off x="2058630" y="4037265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79405A-01AD-C467-2897-880AB6B71C65}"/>
                </a:ext>
              </a:extLst>
            </p:cNvPr>
            <p:cNvSpPr/>
            <p:nvPr/>
          </p:nvSpPr>
          <p:spPr>
            <a:xfrm>
              <a:off x="2375153" y="3415942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749772-DBF0-B354-70F3-7E5B2E12F78A}"/>
                </a:ext>
              </a:extLst>
            </p:cNvPr>
            <p:cNvSpPr/>
            <p:nvPr/>
          </p:nvSpPr>
          <p:spPr>
            <a:xfrm>
              <a:off x="2492383" y="3415941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C816BC7-85F7-8DB9-87BE-D22A5557B2CA}"/>
                </a:ext>
              </a:extLst>
            </p:cNvPr>
            <p:cNvSpPr/>
            <p:nvPr/>
          </p:nvSpPr>
          <p:spPr>
            <a:xfrm>
              <a:off x="2609614" y="3415941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A8EA608-906B-9C1C-BC0B-1010F33B291B}"/>
                </a:ext>
              </a:extLst>
            </p:cNvPr>
            <p:cNvSpPr/>
            <p:nvPr/>
          </p:nvSpPr>
          <p:spPr>
            <a:xfrm>
              <a:off x="2715122" y="3404218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BBCBD41-B09F-AC86-0D93-5CAC5EAFE864}"/>
                </a:ext>
              </a:extLst>
            </p:cNvPr>
            <p:cNvSpPr/>
            <p:nvPr/>
          </p:nvSpPr>
          <p:spPr>
            <a:xfrm>
              <a:off x="2832351" y="3404217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FB597F3-8A69-CF6F-AE29-DF236147CA3E}"/>
                </a:ext>
              </a:extLst>
            </p:cNvPr>
            <p:cNvSpPr/>
            <p:nvPr/>
          </p:nvSpPr>
          <p:spPr>
            <a:xfrm>
              <a:off x="2949582" y="3404217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9446848-93F9-D09F-3409-025FFD7305C2}"/>
                </a:ext>
              </a:extLst>
            </p:cNvPr>
            <p:cNvSpPr/>
            <p:nvPr/>
          </p:nvSpPr>
          <p:spPr>
            <a:xfrm>
              <a:off x="3055090" y="3415940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59CFD6E-8BD1-5808-65DB-170E86FEE477}"/>
                </a:ext>
              </a:extLst>
            </p:cNvPr>
            <p:cNvSpPr/>
            <p:nvPr/>
          </p:nvSpPr>
          <p:spPr>
            <a:xfrm>
              <a:off x="3172319" y="341593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85F9095-AFC9-43D6-7659-69755E888AA7}"/>
                </a:ext>
              </a:extLst>
            </p:cNvPr>
            <p:cNvSpPr/>
            <p:nvPr/>
          </p:nvSpPr>
          <p:spPr>
            <a:xfrm>
              <a:off x="3289550" y="3415939"/>
              <a:ext cx="57651" cy="2340234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D862B04-AB37-27BA-28D0-588ADCD6282D}"/>
                </a:ext>
              </a:extLst>
            </p:cNvPr>
            <p:cNvSpPr/>
            <p:nvPr/>
          </p:nvSpPr>
          <p:spPr>
            <a:xfrm rot="5400000">
              <a:off x="10091479" y="3826796"/>
              <a:ext cx="169253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E2D093-781B-368E-9832-8CC0FDCE9CD5}"/>
                </a:ext>
              </a:extLst>
            </p:cNvPr>
            <p:cNvSpPr/>
            <p:nvPr/>
          </p:nvSpPr>
          <p:spPr>
            <a:xfrm>
              <a:off x="11035186" y="467672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6EA2F82-BA60-46F7-26FB-CF7B88DEE5DC}"/>
                </a:ext>
              </a:extLst>
            </p:cNvPr>
            <p:cNvSpPr/>
            <p:nvPr/>
          </p:nvSpPr>
          <p:spPr>
            <a:xfrm>
              <a:off x="11105525" y="4348475"/>
              <a:ext cx="1095376" cy="2293342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Moon 59">
              <a:extLst>
                <a:ext uri="{FF2B5EF4-FFF2-40B4-BE49-F238E27FC236}">
                  <a16:creationId xmlns:a16="http://schemas.microsoft.com/office/drawing/2014/main" id="{4C34873C-EB22-CBE7-7CC9-D9387E97958F}"/>
                </a:ext>
              </a:extLst>
            </p:cNvPr>
            <p:cNvSpPr/>
            <p:nvPr/>
          </p:nvSpPr>
          <p:spPr>
            <a:xfrm rot="5400000">
              <a:off x="6447691" y="4091353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oon 60">
              <a:extLst>
                <a:ext uri="{FF2B5EF4-FFF2-40B4-BE49-F238E27FC236}">
                  <a16:creationId xmlns:a16="http://schemas.microsoft.com/office/drawing/2014/main" id="{FFBFD46A-8CBA-490E-F789-19FEBA46389E}"/>
                </a:ext>
              </a:extLst>
            </p:cNvPr>
            <p:cNvSpPr/>
            <p:nvPr/>
          </p:nvSpPr>
          <p:spPr>
            <a:xfrm rot="5400000">
              <a:off x="7268306" y="4091352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062E181-8DCA-B709-6879-19E9B0C9D67D}"/>
                </a:ext>
              </a:extLst>
            </p:cNvPr>
            <p:cNvSpPr/>
            <p:nvPr/>
          </p:nvSpPr>
          <p:spPr>
            <a:xfrm>
              <a:off x="6990725" y="4442260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E39489C-356C-DE92-1FA6-E09E9943D959}"/>
                </a:ext>
              </a:extLst>
            </p:cNvPr>
            <p:cNvSpPr/>
            <p:nvPr/>
          </p:nvSpPr>
          <p:spPr>
            <a:xfrm rot="5400000">
              <a:off x="6855909" y="3451657"/>
              <a:ext cx="169253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Moon 63">
              <a:extLst>
                <a:ext uri="{FF2B5EF4-FFF2-40B4-BE49-F238E27FC236}">
                  <a16:creationId xmlns:a16="http://schemas.microsoft.com/office/drawing/2014/main" id="{DC770694-83E8-6569-CA62-A28C8B7E9249}"/>
                </a:ext>
              </a:extLst>
            </p:cNvPr>
            <p:cNvSpPr/>
            <p:nvPr/>
          </p:nvSpPr>
          <p:spPr>
            <a:xfrm rot="5400000">
              <a:off x="70337" y="4185137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Moon 64">
              <a:extLst>
                <a:ext uri="{FF2B5EF4-FFF2-40B4-BE49-F238E27FC236}">
                  <a16:creationId xmlns:a16="http://schemas.microsoft.com/office/drawing/2014/main" id="{3422B363-9C04-2A8E-D186-7C49EF80F02C}"/>
                </a:ext>
              </a:extLst>
            </p:cNvPr>
            <p:cNvSpPr/>
            <p:nvPr/>
          </p:nvSpPr>
          <p:spPr>
            <a:xfrm rot="5400000">
              <a:off x="890952" y="4185136"/>
              <a:ext cx="386861" cy="820615"/>
            </a:xfrm>
            <a:prstGeom prst="moon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2003430-E1CD-6264-E1D0-EEAED1E6C295}"/>
                </a:ext>
              </a:extLst>
            </p:cNvPr>
            <p:cNvSpPr/>
            <p:nvPr/>
          </p:nvSpPr>
          <p:spPr>
            <a:xfrm>
              <a:off x="613371" y="4536044"/>
              <a:ext cx="134084" cy="2305065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F1A459D-2340-0292-2597-3F479EABDE84}"/>
                </a:ext>
              </a:extLst>
            </p:cNvPr>
            <p:cNvSpPr/>
            <p:nvPr/>
          </p:nvSpPr>
          <p:spPr>
            <a:xfrm rot="5400000">
              <a:off x="474503" y="3596385"/>
              <a:ext cx="247694" cy="1859589"/>
            </a:xfrm>
            <a:prstGeom prst="rect">
              <a:avLst/>
            </a:prstGeom>
            <a:solidFill>
              <a:srgbClr val="CFB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F58BEA5-F8D3-2A4E-0E62-97847380DC9A}"/>
              </a:ext>
            </a:extLst>
          </p:cNvPr>
          <p:cNvSpPr/>
          <p:nvPr/>
        </p:nvSpPr>
        <p:spPr>
          <a:xfrm>
            <a:off x="-2188" y="6121629"/>
            <a:ext cx="12212940" cy="802632"/>
          </a:xfrm>
          <a:prstGeom prst="rect">
            <a:avLst/>
          </a:prstGeom>
          <a:solidFill>
            <a:srgbClr val="68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D200B-3034-1CDC-5DBE-5F501D005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3333" y="2419477"/>
            <a:ext cx="12206375" cy="8199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5400" b="1" dirty="0"/>
              <a:t>Thank you for your hard work!</a:t>
            </a:r>
          </a:p>
          <a:p>
            <a:endParaRPr lang="en-GB" sz="54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A25823A-B664-4446-28F9-E72952FC027A}"/>
              </a:ext>
            </a:extLst>
          </p:cNvPr>
          <p:cNvSpPr txBox="1">
            <a:spLocks/>
          </p:cNvSpPr>
          <p:nvPr/>
        </p:nvSpPr>
        <p:spPr>
          <a:xfrm>
            <a:off x="10101531" y="6227343"/>
            <a:ext cx="1912189" cy="620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3600">
                <a:solidFill>
                  <a:srgbClr val="FFFFFF"/>
                </a:solidFill>
              </a:rPr>
              <a:t>9</a:t>
            </a:r>
          </a:p>
        </p:txBody>
      </p:sp>
      <p:pic>
        <p:nvPicPr>
          <p:cNvPr id="69" name="Picture 68" descr="A purple circle with white text and a heart with a pulse line&#10;&#10;AI-generated content may be incorrect.">
            <a:extLst>
              <a:ext uri="{FF2B5EF4-FFF2-40B4-BE49-F238E27FC236}">
                <a16:creationId xmlns:a16="http://schemas.microsoft.com/office/drawing/2014/main" id="{94837AD5-FF70-CDC8-6B06-C7294DE9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631" y="235535"/>
            <a:ext cx="926666" cy="904044"/>
          </a:xfrm>
          <a:prstGeom prst="rect">
            <a:avLst/>
          </a:prstGeom>
          <a:ln>
            <a:noFill/>
          </a:ln>
        </p:spPr>
      </p:pic>
      <p:pic>
        <p:nvPicPr>
          <p:cNvPr id="70" name="Picture 69" descr="durham-university-logo - New Results">
            <a:extLst>
              <a:ext uri="{FF2B5EF4-FFF2-40B4-BE49-F238E27FC236}">
                <a16:creationId xmlns:a16="http://schemas.microsoft.com/office/drawing/2014/main" id="{5BEE577F-5621-DA6B-0C09-EB1C03125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7" y="204795"/>
            <a:ext cx="1276710" cy="80800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756905E-4FF3-5270-EF28-D032871BD76E}"/>
              </a:ext>
            </a:extLst>
          </p:cNvPr>
          <p:cNvGrpSpPr/>
          <p:nvPr/>
        </p:nvGrpSpPr>
        <p:grpSpPr>
          <a:xfrm>
            <a:off x="96265" y="6157022"/>
            <a:ext cx="1457739" cy="808008"/>
            <a:chOff x="268793" y="6128267"/>
            <a:chExt cx="1457739" cy="80800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37D641B-D8DE-4D26-BB69-DA0E693FCBEC}"/>
                </a:ext>
              </a:extLst>
            </p:cNvPr>
            <p:cNvSpPr/>
            <p:nvPr/>
          </p:nvSpPr>
          <p:spPr>
            <a:xfrm>
              <a:off x="268793" y="6221754"/>
              <a:ext cx="1457739" cy="59759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durham-university-logo - New Results">
              <a:extLst>
                <a:ext uri="{FF2B5EF4-FFF2-40B4-BE49-F238E27FC236}">
                  <a16:creationId xmlns:a16="http://schemas.microsoft.com/office/drawing/2014/main" id="{BE1F0FE4-F2C1-0BD7-99ED-1C30865E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425" y="6128267"/>
              <a:ext cx="1276710" cy="808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164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25F555C8-F7E5-46BD-8B9F-9878B5FE8F9D}"/>
</file>

<file path=customXml/itemProps2.xml><?xml version="1.0" encoding="utf-8"?>
<ds:datastoreItem xmlns:ds="http://schemas.openxmlformats.org/officeDocument/2006/customXml" ds:itemID="{04ED821B-DC7A-451D-BD07-07D1696D20DC}"/>
</file>

<file path=customXml/itemProps3.xml><?xml version="1.0" encoding="utf-8"?>
<ds:datastoreItem xmlns:ds="http://schemas.openxmlformats.org/officeDocument/2006/customXml" ds:itemID="{4408342B-62CA-45D0-8615-4CFC25BFC4C5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</Words>
  <Application>Microsoft Macintosh PowerPoint</Application>
  <PresentationFormat>Widescreen</PresentationFormat>
  <Paragraphs>17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LAI, KATRINA Y. (Student)</dc:creator>
  <cp:lastModifiedBy>LAI, KATRINA Y. (Student)</cp:lastModifiedBy>
  <cp:revision>1</cp:revision>
  <dcterms:created xsi:type="dcterms:W3CDTF">2025-10-29T11:13:52Z</dcterms:created>
  <dcterms:modified xsi:type="dcterms:W3CDTF">2025-10-29T11:51:18Z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