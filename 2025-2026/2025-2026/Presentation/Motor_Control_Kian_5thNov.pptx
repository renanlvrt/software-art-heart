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E700FC-F885-2F1E-CC2C-CAE76739D6CF}" v="1" dt="2025-11-05T14:27:26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OFT, MEG E.I. (Student)" userId="S::qgqd55@durham.ac.uk::b5d1723a-492e-48df-a552-f7f81602333a" providerId="AD" clId="Web-{2CE700FC-F885-2F1E-CC2C-CAE76739D6CF}"/>
    <pc:docChg chg="modSld">
      <pc:chgData name="CROFT, MEG E.I. (Student)" userId="S::qgqd55@durham.ac.uk::b5d1723a-492e-48df-a552-f7f81602333a" providerId="AD" clId="Web-{2CE700FC-F885-2F1E-CC2C-CAE76739D6CF}" dt="2025-11-05T14:27:26.973" v="0" actId="1076"/>
      <pc:docMkLst>
        <pc:docMk/>
      </pc:docMkLst>
      <pc:sldChg chg="modSp">
        <pc:chgData name="CROFT, MEG E.I. (Student)" userId="S::qgqd55@durham.ac.uk::b5d1723a-492e-48df-a552-f7f81602333a" providerId="AD" clId="Web-{2CE700FC-F885-2F1E-CC2C-CAE76739D6CF}" dt="2025-11-05T14:27:26.973" v="0" actId="1076"/>
        <pc:sldMkLst>
          <pc:docMk/>
          <pc:sldMk cId="1914884643" sldId="256"/>
        </pc:sldMkLst>
        <pc:cxnChg chg="mod">
          <ac:chgData name="CROFT, MEG E.I. (Student)" userId="S::qgqd55@durham.ac.uk::b5d1723a-492e-48df-a552-f7f81602333a" providerId="AD" clId="Web-{2CE700FC-F885-2F1E-CC2C-CAE76739D6CF}" dt="2025-11-05T14:27:26.973" v="0" actId="1076"/>
          <ac:cxnSpMkLst>
            <pc:docMk/>
            <pc:sldMk cId="1914884643" sldId="256"/>
            <ac:cxnSpMk id="8" creationId="{C4CAB055-211E-14B4-999D-1FFDFE13B22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C8FD4-B678-8FC1-C1DE-6543F090F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51754-F6CB-B9F9-1C91-001F9CCD3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23B27-BC3C-5503-5437-5A02D76DF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2414-BB8A-4AF1-8B55-42AB8AEC1DF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241F7-52DA-ACB5-293D-B22E424C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61684-D7DD-21DC-201E-52801C2A4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453A-CBB6-43BF-91F6-109DD2728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366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A09A1-2108-B2B9-C20C-640742DDC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12868-BE1A-D56A-55B6-AFD601AF5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541EC-EBAD-3012-818D-4B3D2ECD2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2414-BB8A-4AF1-8B55-42AB8AEC1DF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183DA-8BDB-9039-F4A3-3D3C20DC1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4F777-7B93-B872-B40E-769E06F9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453A-CBB6-43BF-91F6-109DD2728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2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AC2B3-4039-2DA4-6428-86B9CEEBD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AD369-1092-987D-1C0C-126BA9513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BD606-2371-0895-2069-D9F71BA9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2414-BB8A-4AF1-8B55-42AB8AEC1DF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357A-4FF3-F248-D01D-252E715E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52A44-CA1A-6E35-79D6-66462AB66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453A-CBB6-43BF-91F6-109DD2728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85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892FC-CFE3-2D6E-370F-952DB93A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A0105-6E23-5A9B-5B3B-4F5F84EBF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DE3A6-A3A2-1FA1-BB02-02B3FAA4D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13442-B654-AC1B-1F68-65428BFE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2414-BB8A-4AF1-8B55-42AB8AEC1DF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E2E7A-B6A5-F7E6-C593-9CE86467B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4C079-3176-FCDB-39ED-F2C562F6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453A-CBB6-43BF-91F6-109DD2728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254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75C63-C107-5833-5719-C220E544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E5551-AF16-4A37-0833-96A54F77D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34CDC-9675-9B20-1B0A-500566AAE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4DA5E6-EFA4-F6A7-2BDD-CBD2BBA55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33975-2809-CFDC-3169-283276D585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D79C5A-93F5-370E-4274-A7F4FF342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2414-BB8A-4AF1-8B55-42AB8AEC1DF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D76E07-5636-5F74-A51A-079EB607F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D6E4FE-6BEB-5798-6BFE-0107D4B46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453A-CBB6-43BF-91F6-109DD2728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88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0A29E-A8BB-8393-EB6E-810901E4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A80A7-91D1-F576-873F-1F0419A6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2414-BB8A-4AF1-8B55-42AB8AEC1DF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486993-9402-373C-B083-33FE2983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6E195-87F6-79C9-9BB9-632D5D88C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453A-CBB6-43BF-91F6-109DD2728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25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28B59A-97C9-CA42-DEE5-6D1116BF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2414-BB8A-4AF1-8B55-42AB8AEC1DF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BEEC3-C55C-4DA4-4B15-66372E9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2CA90-E07D-6441-C319-697B2FC6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453A-CBB6-43BF-91F6-109DD2728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276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6420-2E86-9379-2B03-6CB2413E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CE503-B7BB-D240-DD4A-763C53595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ED17C-C382-FD2C-3F25-35FDA39AC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652A2-004C-67EE-952B-CFB6BCEF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2414-BB8A-4AF1-8B55-42AB8AEC1DF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B2AA3-832F-3B6E-53BB-E4A5602A1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EDFDA-A234-6B08-26F4-A703A6BB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453A-CBB6-43BF-91F6-109DD2728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87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3423-2A01-F435-F4AB-1CC40E7E5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EE6A5F-BC0E-0BE5-E936-6A9AD9FFE3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183BF-29FE-3F3B-0F59-3C3A5150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4255F-2C6F-A3B6-EA6B-9A18E4280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2414-BB8A-4AF1-8B55-42AB8AEC1DF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4D45B-449D-76E9-40D9-ACA87B7D3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BF509-D3FA-F257-3D15-A63A4C3DD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453A-CBB6-43BF-91F6-109DD2728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30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6F2C8-D1F6-9A74-21D7-641C59ED8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84397-EEE6-D628-EFFA-0B732E798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8BBDF-242A-A784-E74A-D24A7A6D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2414-BB8A-4AF1-8B55-42AB8AEC1DF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5337D-E2BD-7CD9-5F8E-8991C56C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941CD-C12F-6B0B-B727-57627921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453A-CBB6-43BF-91F6-109DD2728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44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790FB0-77C9-A1CB-003E-5D51A38E3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886A8-CD0F-17D3-97E4-EC1327BA9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9D25C-87F1-498B-6ED8-5F5F15468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32414-BB8A-4AF1-8B55-42AB8AEC1DF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71C67-9FE8-A423-1762-C70239998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6D396-9212-6A1C-B856-4E65813E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453A-CBB6-43BF-91F6-109DD2728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72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241317-6ED9-A768-ED8E-ED0DDA498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ABF02-1837-9628-953E-5AD57D1C7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1E5BA-D111-C933-E621-B74E383CC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32414-BB8A-4AF1-8B55-42AB8AEC1DF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EA86A-76FC-26F4-150A-BEDA84AAF2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2669A-DD7A-7140-25DA-9BEFF67BA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1453A-CBB6-43BF-91F6-109DD2728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222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AAAA14-C595-5213-556C-AED1A0295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376" y="406578"/>
            <a:ext cx="7266732" cy="19314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758E49-9FBA-C122-7024-8BCD70E588F7}"/>
              </a:ext>
            </a:extLst>
          </p:cNvPr>
          <p:cNvSpPr txBox="1"/>
          <p:nvPr/>
        </p:nvSpPr>
        <p:spPr>
          <a:xfrm>
            <a:off x="3906939" y="15802"/>
            <a:ext cx="4378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u="sng" dirty="0"/>
              <a:t>The Generalised Circuit made Last week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CAB055-211E-14B4-999D-1FFDFE13B22D}"/>
              </a:ext>
            </a:extLst>
          </p:cNvPr>
          <p:cNvCxnSpPr/>
          <p:nvPr/>
        </p:nvCxnSpPr>
        <p:spPr>
          <a:xfrm>
            <a:off x="5850467" y="1095318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14F823-9854-3166-1E06-46F9F1636325}"/>
              </a:ext>
            </a:extLst>
          </p:cNvPr>
          <p:cNvSpPr txBox="1"/>
          <p:nvPr/>
        </p:nvSpPr>
        <p:spPr>
          <a:xfrm>
            <a:off x="2042343" y="2509623"/>
            <a:ext cx="7885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u="sng" dirty="0"/>
              <a:t>Progress made this Week – Main Focus Simulating the three phase Inverter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15038-CC78-077A-9C30-5AF6A035B785}"/>
              </a:ext>
            </a:extLst>
          </p:cNvPr>
          <p:cNvSpPr txBox="1"/>
          <p:nvPr/>
        </p:nvSpPr>
        <p:spPr>
          <a:xfrm>
            <a:off x="0" y="609016"/>
            <a:ext cx="3289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Gate Driver Chosen:</a:t>
            </a:r>
          </a:p>
          <a:p>
            <a:r>
              <a:rPr lang="en-GB" dirty="0"/>
              <a:t>3 X IR2110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B1A917-0B6C-6A3F-4DE8-E46460C70BFF}"/>
              </a:ext>
            </a:extLst>
          </p:cNvPr>
          <p:cNvSpPr txBox="1"/>
          <p:nvPr/>
        </p:nvSpPr>
        <p:spPr>
          <a:xfrm>
            <a:off x="6423662" y="5296905"/>
            <a:ext cx="51683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Steps for this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Implement this logic into the IR2110 Gate 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Develop a system with a microcontroller for adaptive frequency change for resting, sleeping and exercising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212AA7-A72B-A6C6-322F-540FD711E7EE}"/>
              </a:ext>
            </a:extLst>
          </p:cNvPr>
          <p:cNvSpPr txBox="1"/>
          <p:nvPr/>
        </p:nvSpPr>
        <p:spPr>
          <a:xfrm>
            <a:off x="11282828" y="3115917"/>
            <a:ext cx="9527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 = 10.83Hz</a:t>
            </a:r>
          </a:p>
          <a:p>
            <a:endParaRPr lang="en-GB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370411-A9C0-0363-0681-CBE3D4BCF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87" y="2816719"/>
            <a:ext cx="4996942" cy="2384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B54DBE-DC58-4733-94EC-92C63C05C6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7"/>
          <a:stretch>
            <a:fillRect/>
          </a:stretch>
        </p:blipFill>
        <p:spPr>
          <a:xfrm>
            <a:off x="160781" y="2902229"/>
            <a:ext cx="5815925" cy="39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84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CE6D1C-A701-4FE7-9BB1-3301A95149EE}">
  <ds:schemaRefs>
    <ds:schemaRef ds:uri="http://schemas.microsoft.com/office/2006/metadata/properties"/>
    <ds:schemaRef ds:uri="http://schemas.microsoft.com/office/infopath/2007/PartnerControls"/>
    <ds:schemaRef ds:uri="f7fa545e-6ab3-4693-ba7e-0093980d26aa"/>
    <ds:schemaRef ds:uri="e0b53bdb-ad15-4542-b509-5814b2c15ecb"/>
  </ds:schemaRefs>
</ds:datastoreItem>
</file>

<file path=customXml/itemProps2.xml><?xml version="1.0" encoding="utf-8"?>
<ds:datastoreItem xmlns:ds="http://schemas.openxmlformats.org/officeDocument/2006/customXml" ds:itemID="{D617E5A5-1957-47C4-8B88-67CF07F352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CE9CA0-B1AC-4684-8113-96E1B8DCD6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fa545e-6ab3-4693-ba7e-0093980d26aa"/>
    <ds:schemaRef ds:uri="e0b53bdb-ad15-4542-b509-5814b2c15e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57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NOORALAHIYAN, KIAN (Student)</dc:creator>
  <cp:lastModifiedBy>NOORALAHIYAN, KIAN (Student)</cp:lastModifiedBy>
  <cp:revision>16</cp:revision>
  <dcterms:created xsi:type="dcterms:W3CDTF">2025-11-04T13:59:49Z</dcterms:created>
  <dcterms:modified xsi:type="dcterms:W3CDTF">2025-11-05T14:27:27Z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  <property fmtid="{D5CDD505-2E9C-101B-9397-08002B2CF9AE}" pid="3" name="MediaServiceImageTags">
    <vt:lpwstr/>
  </property>
</Properties>
</file>