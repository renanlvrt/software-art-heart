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ink/ink1.xml" ContentType="application/inkml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/>
    <p:restoredTop sz="94681"/>
  </p:normalViewPr>
  <p:slideViewPr>
    <p:cSldViewPr snapToGrid="0">
      <p:cViewPr varScale="1">
        <p:scale>
          <a:sx n="143" d="100"/>
          <a:sy n="143" d="100"/>
        </p:scale>
        <p:origin x="224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1:34:29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3093 29 24575,'-6'-3'0,"0"0"0,-11 3 0,-1 0 0,-16-5 0,-1 4 0,-11-4 0,11 5 0,1 0 0,16 0 0,1 0 0,5 0 0,1 0 0,-1 2 0,-15-1 0,6 5 0,-41 8 0,21-7 0,-33 18 0,26-17 0,-8 10 0,11-6 0,0-1 0,-1-5 0,-9 11 0,17-10 0,-5 12 0,19-13 0,6 3 0,-4-5 0,4 7 0,-6-3 0,1 4 0,5-6 0,1 1 0,5-1 0,-10 3 0,7-2 0,-12 3 0,14-1 0,-2-4 0,4 2 0,-3-3 0,1 2 0,-4 1 0,5-1 0,-5 4 0,4-3 0,-4 3 0,0-3 0,7-1 0,-12 2 0,12 0 0,-12 0 0,9 1 0,-4 0 0,0-1 0,4 3 0,-10 1 0,10-3 0,-9 7 0,9-9 0,-4 4 0,5-5 0,1 2 0,-6-1 0,4 5 0,-4-5 0,5 4 0,0-5 0,0 3 0,-5 1 0,7-3 0,-6 3 0,9-2 0,-4-4 0,4 4 0,1-5 0,1 1 0,4 1 0,-4-5 0,2 3 0,0 0 0,0 0 0,-2 5 0,-2 1 0,-2 0 0,-2 0 0,2-3 0,-1 0 0,5-1 0,-1-1 0,6 1 0,-6-4 0,6 4 0,-21 19 0,11-10 0,-12 14 0,11-17 0,-3 0 0,3 1 0,-2-1 0,7 0 0,0-5 0,0 3 0,0-4 0,3 1 0,-3 0 0,3 0 0,-3 2 0,0-1 0,-2 4 0,1-2 0,-1 0 0,-3 7 0,4-5 0,-5 5 0,5-4 0,-2 0 0,1 0 0,1-1 0,-4 1 0,5-3 0,-3 2 0,6-2 0,-5 0 0,7 0 0,-7-1 0,2-2 0,-1 5 0,-1-1 0,2-1 0,0-1 0,0 0 0,-4 7 0,3-2 0,-8 9 0,8-9 0,-6 4 0,6-1 0,-5-3 0,5 4 0,-2-5 0,4-3 0,-6 7 0,1 5 0,-4-2 0,3 9 0,2-15 0,2 9 0,-2-9 0,-3 9 0,3-9 0,-3 9 0,6-9 0,-1 9 0,-2-9 0,1 4 0,-1-1 0,2 3 0,-3-1 0,3-1 0,-2-6 0,3 6 0,-1-4 0,1 4 0,-1 0 0,1-4 0,-2 9 0,-6 6 0,4-2 0,-4 8 0,2-11 0,4 1 0,-7-1 0,6 0 0,-1-4 0,-5 12 0,3-10 0,-8 17 0,7-13 0,1-2 0,1-1 0,6-9 0,-4 4 0,5-5 0,-2 0 0,0-1 0,0-2 0,1 2 0,-1-2 0,0 3 0,0 0 0,0-3 0,3-1 0,-3 1 0,3 0 0,-3 0 0,0 2 0,0-5 0,0 5 0,3-2 0,-2 3 0,1 0 0,-2-1 0,0 1 0,0 5 0,0-7 0,-2 12 0,2-14 0,-1 8 0,1-7 0,0 3 0,0-3 0,0 2 0,3-5 0,-2 5 0,0 3 0,-1-1 0,-1 4 0,2-5 0,-4 0 0,2-1 0,-1 1 0,5 0 0,-3-1 0,3 1 0,-3-3 0,0 2 0,0-2 0,-1 8 0,-3 1 0,2 0 0,-3 4 0,7-9 0,-2 4 0,3-5 0,-3 0 0,-1 4 0,1-3 0,-2 15 0,2-14 0,-3 23 0,5-22 0,-4 17 0,3-14 0,1 0 0,-3 4 0,6-3 0,-6 4 0,4-5 0,-2 4 0,0-9 0,4 9 0,-5-4 0,5 6 0,-6-1 0,7 0 0,-4-4 0,1 3 0,-3 6 0,1-3 0,-4 8 0,8 1 0,-6 2 0,3-1 0,0 19 0,-3-31 0,7 18 0,-3-22 0,0 4 0,-3 10 0,1-7 0,-4 7 0,9 0 0,-4-7 0,4 7 0,-3-10 0,2-5 0,-3-1 0,4 0 0,0-4 0,0 4 0,0-5 0,0 5 0,0 1 0,0 5 0,0 0 0,0 11 0,0-8 0,4 8 0,-4-16 0,4 4 0,-1-9 0,-3 1 0,3-3 0,0 4 0,1-3 0,0 5 0,1-5 0,-4-3 0,4 2 0,-2-4 0,0 1 0,3-2 0,-3 0 0,3 2 0,-1 1 0,1 3 0,0-3 0,-3-1 0,3 1 0,-3-3 0,0 3 0,5 2 0,-4-1 0,4 4 0,-2-5 0,0 2 0,0-2 0,-1 0 0,1 2 0,3-2 0,-5 0 0,3 2 0,-1-4 0,1 4 0,1-5 0,-2 3 0,0-1 0,0 1 0,-1 0 0,4 2 0,-5-2 0,6 0 0,-6 0 0,5-3 0,-1 2 0,11 11 0,0-3 0,17 25 0,22 0 0,-6 14 0,-8-20 0,3 0 0,31 26 0,-30-24 0,0-2 0,25 10 0,-1 4 0,-16-22 0,5 12 0,7-11 0,-20-4 0,-5-7 0,-10-8 0,12 2 0,13 1 0,19 9 0,2-5 0,1 5 0,7-7 0,-17 0 0,-17-7 0,1 0 0,21 6 0,22 1 0,-29-7 0,-1 5 0,0-10 0,1 10 0,-1-11 0,1 5 0,-1-6 0,1 0 0,-1 0 0,0 0 0,11 0 0,1 7 0,1-6 0,7 6 0,-8-7-618,11 0 618,9 0 0,-7 0 0,7 0 0,1 0 0,-8 0 0,-23 0 0,1 0 0,-15 0 0,-1 0 0,13 0 0,-2 0 0,25 0 0,7 0 0,-15 0 0,17 0 0,-9 0 0,-11 0 0,-2 0 0,1 0 0,-9-6 0,18 4 0,-7-4 0,9 0 0,-9 4 0,7-5 0,-7 7 0,-1-6 0,-26 5 0,8-11 0,-19 10 0,26-4 0,-20 6 0,34-5 618,-39 4-618,33-4 0,-31 5 0,10 0 0,13 0 0,1 0 0,-1 0 0,-13 0 0,-10 0 0,1 0 0,-19 0 0,14 0 0,-23 0 0,25 0 0,-7 0 0,-1 0 0,-7 0 0,-6 0 0,-4 0 0,6 0 0,9 0 0,-13 0 0,22 0 0,-21 0 0,31 0 0,-14 0 0,27 6 0,-27-5 0,25 5 0,-15-6 0,29 0 0,-7 0 0,-13 0 0,6 0 0,-25 0 0,17 0 0,0 0 0,-7 0 0,7 0 0,-25 0 0,22 0 0,-10 0 0,26 0 0,-1-6 0,-9 5 0,7-5 0,2 6 0,3 0 0,-3 0 0,8 0 0,-15 0 0,17 0 0,-29 0 0,15 0 0,-15 0 0,19-6 0,0 4 0,11-10 0,11 10 0,-7-11 0,15 12 0,-27-11 0,17 10 0,-7-10-522,9 10 522,1-5 0,-36 4 0,1-1 0,-3-1 0,0 1 0,9 0 0,0-1 0,-4-2 0,-2-1 0,-4 4 0,0 0 0,4-4 0,0 0 0,37-7 0,-38 7 0,1 0 0,-1 0 0,4 0 0,28-4 0,2 0 0,-14 3 0,-1 0-1012,20-3 0,-1 0 1012,-28 3 0,-4 1 0,-3 0 0,-2 0-121,0 1 0,-1-1 121,2-4 0,0 0 0,6 3 0,1 0 0,0-3 0,-2 0 0,-4 3 0,-2 2-106,1-1 0,-2 0 106,-3-3 0,0-1 0,5 3 0,0 0 0,36-13 0,5 0 0,-27 7 0,17-13 0,2 4 0,3-6 0,-42 15 0,0 0 0,39-15 0,0 0 0,1 0 0,-41 11 0,1 0 0,1 3 0,0-1 0,1-2 0,-2 0-285,40-11 285,-13 2 1941,-29 6-1941,-5 1 263,-20 6-263,0-1 0,14-11 0,0 6 748,12-10-748,6 6 333,3-6-333,3-3 0,-1-7 0,-10 9 0,9-7 0,-7 7 0,8-9 0,-7 1 0,-7 2 0,-14 11 0,-7 0 0,-11 9 0,2-6 0,-4 1 0,1 7 0,-5-5 0,2 5 0,-6-2 0,10-14 0,-12 11 0,13-22 0,-3 8 0,0-11 0,5 1 0,-6-1 0,-5 11 0,3 1 0,-8 1 0,2 7 0,-3-7 0,0 0 0,3 7 0,-2-7 0,3 0 0,-4 7 0,0-17 0,0-3 0,0-2 0,-5-7 0,0 20 0,-1-8 0,-3 7 0,3-10 0,-4 11 0,-2-18 0,-6-5 0,-3-12 0,-3 13 0,-7-6 0,7 15 0,-15-19 0,5-1 0,-4 15 0,-2-4 0,3 11 0,-10-8 0,-1 0 0,-17-11 0,14 8 0,14 22 0,1 2 0,-1-5 0,-23-8 0,24 24 0,-24-16 0,3 5 0,-11-7 0,1 5 0,-11-5 0,9 11 0,-9-6 0,11 8 0,-1 0 0,-9 5 0,7-4 0,-7 10 0,29 3 0,-15 1 0,35 10 0,-25-9 0,8 10 0,-3-4 0,-17 5 0,7-6 0,-10 5 0,-29-5 0,22 6 0,-23 0 0,31 0 0,-1 0 0,1 0 0,-1 0 0,1 5-6784,-1 3 6784,1 5-1177,-20 2 1177,4-1-271,-6 1 271,2 6 0,-3-4 0,8 4 0,-16-6 0,9 7 0,-3-6 0,2 6 0,3-7 0,17-1 0,-17 7 0,7-5 0,-9 5 0,-1-6 0,1 0 0,-1 0 0,35-4 0,0 0 0,-20 5 0,-10 4 0,39-9 0,-9 2 0,-12 0 0,-23 2 0,-2 0 0,2-7 0,-7 6 0,5-5 0,41-1 0,0-1 0,-4-2 0,0-1 0,-37 9 0,3-11 0,11 5 0,11-1 0,-1-5 0,20 5 6066,-14-6-6066,3 0 1722,-1 0-1722,-6 0 444,11 0-444,7 0 0,3 0 0,12 0 0,9 0 0,-19 0 0,15 0 0,-15-4 0,25 4 0,-14-9 0,11 8 0,-12-8 0,9 8 0,6-2 0,-4-1 0,4 3 0,-6-6 0,1 7 0,-10-9 0,-23 1 0,-4 1 0,-17-5 0,9 4 0,1-5 0,-1 5 0,20 2 0,-4 6 0,26-3 0,-2 2 0,6-6 0,3 6 0,1-3 0,-4 1 0,4 2 0,-6-6 0,-9 1 0,-3-4 0,1 0 0,2 1 0,9 1 0,-9-1 0,7 0 0,-7 0 0,9 1 0,6 4 0,-4-3 0,9 3 0,1-3 0,2 1 0,3 1 0,-5-1 0,-5-1 0,4-2 0,-9 1 0,4-2 0,-15-4 0,7 1 0,-7-6 0,-1 0 0,9 3 0,-18-6 0,7 2 0,-10-3 0,1 0 0,9 4 0,-7 2 0,8-1 0,-30-3 0,14-3 0,-14-2 0,10 8 0,-3-6 0,10 11 0,-6-4 0,34 12 0,-12-4 0,19 8 0,-9-6 0,3 6 0,-24-7 0,-5 7 0,-21-10 0,12 9 0,-8-4 0,-3 6 0,8 0 0,-15 0 0,37 0 0,0 0 0,16 0 0,-6 0 0,2 0 0,-7 3 0,0-2 0,12 3 0,-11-1 0,14-2 0,-5 6 0,-1-6 0,6 2 0,-4 1 0,-16-3 0,10 6 0,-16-7 0,11 9 0,-8-8 0,4 4 0,4-5 0,11 0 0,9 0 0,-9 0 0,9 0 0,-4 0 0,5-2 0,-5 1 0,-1-5 0,-6 1 0,-9-4 0,-3-1 0,-9-1 0,15 2 0,-2 0 0,19 2 0,-4-2 0,5 2 0,3-1 0,0 2 0,1-3 0,1 3 0,-4-5 0,0-4 0,-4-3 0,4 0 0,-3 1 0,7 5 0,-4 0 0,4-5 0,-2 4 0,2-4 0,0 0 0,1 4 0,-1-4 0,2 6 0,-2-6 0,1 4 0,-1-2 0,-2 4 0,5 4 0,-4-4 0,5 2 0,-3-3 0,0 1 0,0-1 0,-4-5 0,3 4 0,-3-4 0,4 5 0,0 0 0,0 3 0,0-2 0,0 4 0,0-4 0,0 2 0,0 3 0,0-2 0,3 2 0,-2-1 0,2-1 0,-3 2 0,0 0 0,0-3 0,-5-5 0,2 4 0,-5-7 0,5 8 0,-2-3 0,2 3 0,0-2 0,0 4 0,3-1 0,0 2 0,0 0 0,0 0 0,1 0 0,-1 0 0,-3 0 0,2-2 0,-4 1 0,2-4 0,0 4 0,0-1 0,4-1 0,-1 5 0,0-6 0,0 6 0,-3-4 0,5 2 0,-4 2 0,5-4 0,-3 7 0,0-7 0,0 5 0,0-3 0,0 0 0,1 3 0,1-3 0,-1 3 0,2 0 0,-3-2 0,0 1 0,0-2 0,-3-2 0,3 1 0,-5-1 0,4 2 0,-4 0 0,-1-3 0,2 3 0,-1 0 0,5 1 0,0 4 0,0-4 0,0 1 0,-7-3 0,5 1 0,-9 0 0,3-1 0,4 1 0,-7-1 0,11 4 0,-3-3 0,3 6 0,0-3 0,3 0 0,-2 3 0,-1-6 0,-3 3 0,0-3 0,-8 3 0,7-2 0,-7 1 0,8 1 0,0-2 0,3 4 0,3-4 0,-2 4 0,1-2 0,-2 3 0,0-2 0,0 1 0,-2-4 0,-1 2 0,-3-1 0,0-1 0,0 4 0,3-1 0,-2 2 0,2 0 0,-8 0 0,4 0 0,-4 0 0,10 0 0,2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30E4F-3F43-F4E5-58B1-F59F83AE2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BC8391-71B8-8558-2BB9-184664185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CC1C1-7479-64D7-FF46-1EEAAF649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D2190-FEBB-0E4B-936A-D12E922ABB4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78860-0B75-05A6-45B1-FDD0CD9CE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73E4D-7DEE-B981-7BF4-FA0B5044C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51B5D-B44E-EE4B-989B-2E932A6A8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02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B2A8F-7B9D-97E9-BB86-8EC221A62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502AF-D186-4EC0-3388-7530F993C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9A22A-47D2-6E1F-4567-2CA0FFF13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D2190-FEBB-0E4B-936A-D12E922ABB4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70C3A-7CAF-5519-F3A1-C0F0A195D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DD6FE-6C2D-02DA-18DD-7A4B3ED58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51B5D-B44E-EE4B-989B-2E932A6A8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86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36EF-6041-0F4D-088A-A7888AFC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34E41-0D32-4B7D-3C00-0F2DE847C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8FE9C-2301-6DA3-EBCD-CEB37849D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D2190-FEBB-0E4B-936A-D12E922ABB4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ACF95-CD1E-65E0-3EA5-06E4FFA6A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6CB92-D7F6-825E-8CCC-EB9DCD10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51B5D-B44E-EE4B-989B-2E932A6A8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586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B6EC-A851-A335-C226-F2CE14830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6F3CB-8D2E-08C7-45E6-0386CCEED2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50238-4E21-AD72-D409-F72275E28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70551-3442-65FD-D669-4F34C1247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D2190-FEBB-0E4B-936A-D12E922ABB4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48770-30CD-AEB8-37CA-CA199F830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7B283-8D4C-3D46-6239-60379A44B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51B5D-B44E-EE4B-989B-2E932A6A8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38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50C89-2DB5-2562-A669-F834D51C0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D3767-86E3-BAE7-0069-FB6FF4FEC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F23C1-9F2F-20DD-DC3B-8B1379E9E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3D2B3-1381-B626-3E1C-8ABDE20BC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4BD3D4-0E65-45EE-F07E-D9CA9B14C8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72497C-D0CB-16EB-3176-65ADEBB64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D2190-FEBB-0E4B-936A-D12E922ABB4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BC368-B06F-A89C-D2B9-68FF88731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03C666-28E3-EA1B-AD0D-4423E950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51B5D-B44E-EE4B-989B-2E932A6A8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948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3B23-58B6-4E3D-E92E-7A59B8D76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D1A5F5-6D36-C71B-2166-BBB1F119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D2190-FEBB-0E4B-936A-D12E922ABB4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4F04E4-A8C6-B8C8-90EF-77056B824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901AF-206A-F59E-4D4F-4826B31D2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51B5D-B44E-EE4B-989B-2E932A6A8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914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1C782F-D706-286B-B511-AC655CD58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D2190-FEBB-0E4B-936A-D12E922ABB4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549405-E315-6A25-9D80-BE5568646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37F77-830F-37C2-FCB5-809C4DEB5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51B5D-B44E-EE4B-989B-2E932A6A8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16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68361-A760-64CE-0A4E-D78D19606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C2A6B-5F2E-8720-31D7-3CC251D4C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BF1CD-6298-133D-E76B-907ECFF4C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142C2-EB21-6412-30F6-3B85AD31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D2190-FEBB-0E4B-936A-D12E922ABB4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BDF99-5B24-6015-8CD3-1EFDD3F0F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20C4C-75E8-889B-C5D8-9151FAED9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51B5D-B44E-EE4B-989B-2E932A6A8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9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874B7-5DFC-9E89-A83A-B5209AFB0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4690A0-7D28-D5DD-0636-E3C3676B8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151A5-BC39-4537-60F8-8D8B20C0D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5FC07-B4A2-DC9F-EF59-D96FE2D48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D2190-FEBB-0E4B-936A-D12E922ABB4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DF22C-E51E-037A-E262-CF6AA9AB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A6C51-FFD6-3714-1612-3C556ED13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51B5D-B44E-EE4B-989B-2E932A6A8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45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35336-28A9-CDA2-ABCC-8F309C034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75D2B-5C50-8F7E-8751-F60B2F32A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A6FF6-7328-8AF7-60CB-3513F06C8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D2190-FEBB-0E4B-936A-D12E922ABB4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D3A23-9823-6534-DEA0-8E458FFA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DC5EA-84BD-4697-8B0A-5B27DE74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51B5D-B44E-EE4B-989B-2E932A6A8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98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7940E1-1082-1932-496A-6065CFFB54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B25AA1-D273-D0CB-28DF-636C5F510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63AFF-326F-2730-DFE6-3DF6B4544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D2190-FEBB-0E4B-936A-D12E922ABB4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90D70-4DF8-C71F-F8F0-C1CEB505E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DEB2B-7EA0-E834-5515-2149796D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51B5D-B44E-EE4B-989B-2E932A6A8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56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EEBCD8-5C31-0393-DA8E-697374257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C12B0-1CF4-8803-E05C-0336D08BB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AEB56-81F4-DD4A-FD29-048D7E19C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D2190-FEBB-0E4B-936A-D12E922ABB43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9545E-A963-3690-8616-F073D4206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A97D8-F920-EF75-8CF0-2E22A0CE6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51B5D-B44E-EE4B-989B-2E932A6A8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A61466-6AE9-F7B1-49AC-9B99689117A8}"/>
              </a:ext>
            </a:extLst>
          </p:cNvPr>
          <p:cNvSpPr txBox="1"/>
          <p:nvPr/>
        </p:nvSpPr>
        <p:spPr>
          <a:xfrm>
            <a:off x="5635075" y="3818965"/>
            <a:ext cx="663175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Past Week – swapped </a:t>
            </a:r>
            <a:r>
              <a:rPr lang="en-US" dirty="0" err="1"/>
              <a:t>opamps</a:t>
            </a:r>
            <a:r>
              <a:rPr lang="en-US" dirty="0"/>
              <a:t> to comparators, and used </a:t>
            </a:r>
            <a:r>
              <a:rPr lang="en-US" dirty="0" err="1"/>
              <a:t>behavioural</a:t>
            </a:r>
            <a:endParaRPr lang="en-US" dirty="0"/>
          </a:p>
          <a:p>
            <a:r>
              <a:rPr lang="en-US" dirty="0"/>
              <a:t>                      voltage sources to simulate </a:t>
            </a:r>
            <a:r>
              <a:rPr lang="en-US" dirty="0" err="1"/>
              <a:t>mosfet</a:t>
            </a:r>
            <a:r>
              <a:rPr lang="en-US" dirty="0"/>
              <a:t> gate drivers.</a:t>
            </a:r>
          </a:p>
          <a:p>
            <a:endParaRPr lang="en-US" dirty="0"/>
          </a:p>
          <a:p>
            <a:r>
              <a:rPr lang="en-US" dirty="0"/>
              <a:t>This week – combine the circuits, try and find a more proper</a:t>
            </a:r>
          </a:p>
          <a:p>
            <a:r>
              <a:rPr lang="en-US" dirty="0"/>
              <a:t>                     solution/spice model for the gate driver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9CE4E6-08E1-A377-6221-82A22782F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7" y="64531"/>
            <a:ext cx="5199530" cy="43421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E7A5FEA-9315-DA06-867C-10E78656C00E}"/>
                  </a:ext>
                </a:extLst>
              </p14:cNvPr>
              <p14:cNvContentPartPr/>
              <p14:nvPr/>
            </p14:nvContentPartPr>
            <p14:xfrm>
              <a:off x="123028" y="2213040"/>
              <a:ext cx="5164920" cy="1891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E7A5FEA-9315-DA06-867C-10E78656C0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028" y="2204400"/>
                <a:ext cx="5182560" cy="190944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B95CE14E-BB29-15D6-1B78-F575297B72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5075" y="193584"/>
            <a:ext cx="6053243" cy="14603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746C48-0428-86FF-257E-D216FFB69B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9180" y="1774476"/>
            <a:ext cx="6783173" cy="165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02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A6AAFA421B9418F78D257C3A7E55F" ma:contentTypeVersion="13" ma:contentTypeDescription="Create a new document." ma:contentTypeScope="" ma:versionID="30b4422dbb140da9a0e48d7138c42df5">
  <xsd:schema xmlns:xsd="http://www.w3.org/2001/XMLSchema" xmlns:xs="http://www.w3.org/2001/XMLSchema" xmlns:p="http://schemas.microsoft.com/office/2006/metadata/properties" xmlns:ns2="f7fa545e-6ab3-4693-ba7e-0093980d26aa" xmlns:ns3="e0b53bdb-ad15-4542-b509-5814b2c15ecb" targetNamespace="http://schemas.microsoft.com/office/2006/metadata/properties" ma:root="true" ma:fieldsID="6845d2288d5cc41e409429ecfe7a8840" ns2:_="" ns3:_="">
    <xsd:import namespace="f7fa545e-6ab3-4693-ba7e-0093980d26aa"/>
    <xsd:import namespace="e0b53bdb-ad15-4542-b509-5814b2c15e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a545e-6ab3-4693-ba7e-0093980d26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53bdb-ad15-4542-b509-5814b2c15e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1481f0-cbe1-4fe5-852c-01962b083b4e}" ma:internalName="TaxCatchAll" ma:showField="CatchAllData" ma:web="e0b53bdb-ad15-4542-b509-5814b2c15e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fa545e-6ab3-4693-ba7e-0093980d26aa">
      <Terms xmlns="http://schemas.microsoft.com/office/infopath/2007/PartnerControls"/>
    </lcf76f155ced4ddcb4097134ff3c332f>
    <TaxCatchAll xmlns="e0b53bdb-ad15-4542-b509-5814b2c15ecb" xsi:nil="true"/>
  </documentManagement>
</p:properties>
</file>

<file path=customXml/itemProps1.xml><?xml version="1.0" encoding="utf-8"?>
<ds:datastoreItem xmlns:ds="http://schemas.openxmlformats.org/officeDocument/2006/customXml" ds:itemID="{8EB8A6E7-E7BB-45F3-8F75-53A2A6744E08}"/>
</file>

<file path=customXml/itemProps2.xml><?xml version="1.0" encoding="utf-8"?>
<ds:datastoreItem xmlns:ds="http://schemas.openxmlformats.org/officeDocument/2006/customXml" ds:itemID="{41C7FB79-4B7B-4457-BE40-622E674D1183}"/>
</file>

<file path=customXml/itemProps3.xml><?xml version="1.0" encoding="utf-8"?>
<ds:datastoreItem xmlns:ds="http://schemas.openxmlformats.org/officeDocument/2006/customXml" ds:itemID="{4CA344E8-E695-4B45-8338-D86F54C34236}"/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42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GATER, JOE A. (Student)</dc:creator>
  <cp:lastModifiedBy>GATER, JOE A. (Student)</cp:lastModifiedBy>
  <cp:revision>2</cp:revision>
  <dcterms:created xsi:type="dcterms:W3CDTF">2025-11-11T21:31:00Z</dcterms:created>
  <dcterms:modified xsi:type="dcterms:W3CDTF">2025-11-11T21:42:10Z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0x010100C3FA6AAFA421B9418F78D257C3A7E55F</vt:lpwstr>
  </property>
</Properties>
</file>