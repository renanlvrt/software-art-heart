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3DA0C4-05D3-454A-9F9C-3EA1908706F8}" v="11" dt="2025-11-05T11:32:46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>
      <p:cViewPr>
        <p:scale>
          <a:sx n="76" d="100"/>
          <a:sy n="76" d="100"/>
        </p:scale>
        <p:origin x="152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an Croft" userId="ace9f3438c3ba8f5" providerId="LiveId" clId="{E42D6D93-C64A-483E-80D9-1160D13C849D}"/>
    <pc:docChg chg="undo custSel addSld delSld modSld">
      <pc:chgData name="Megan Croft" userId="ace9f3438c3ba8f5" providerId="LiveId" clId="{E42D6D93-C64A-483E-80D9-1160D13C849D}" dt="2025-11-05T11:37:10.337" v="992" actId="1076"/>
      <pc:docMkLst>
        <pc:docMk/>
      </pc:docMkLst>
      <pc:sldChg chg="del">
        <pc:chgData name="Megan Croft" userId="ace9f3438c3ba8f5" providerId="LiveId" clId="{E42D6D93-C64A-483E-80D9-1160D13C849D}" dt="2025-11-05T11:12:39.749" v="1" actId="47"/>
        <pc:sldMkLst>
          <pc:docMk/>
          <pc:sldMk cId="1517486069" sldId="256"/>
        </pc:sldMkLst>
      </pc:sldChg>
      <pc:sldChg chg="addSp delSp modSp new mod">
        <pc:chgData name="Megan Croft" userId="ace9f3438c3ba8f5" providerId="LiveId" clId="{E42D6D93-C64A-483E-80D9-1160D13C849D}" dt="2025-11-05T11:37:10.337" v="992" actId="1076"/>
        <pc:sldMkLst>
          <pc:docMk/>
          <pc:sldMk cId="3974730755" sldId="257"/>
        </pc:sldMkLst>
        <pc:spChg chg="mod">
          <ac:chgData name="Megan Croft" userId="ace9f3438c3ba8f5" providerId="LiveId" clId="{E42D6D93-C64A-483E-80D9-1160D13C849D}" dt="2025-11-05T11:26:35.652" v="260"/>
          <ac:spMkLst>
            <pc:docMk/>
            <pc:sldMk cId="3974730755" sldId="257"/>
            <ac:spMk id="2" creationId="{3E29C3FB-5B3B-2294-1FA9-5CB192C23A2D}"/>
          </ac:spMkLst>
        </pc:spChg>
        <pc:spChg chg="add mod">
          <ac:chgData name="Megan Croft" userId="ace9f3438c3ba8f5" providerId="LiveId" clId="{E42D6D93-C64A-483E-80D9-1160D13C849D}" dt="2025-11-05T11:37:03.363" v="991" actId="1076"/>
          <ac:spMkLst>
            <pc:docMk/>
            <pc:sldMk cId="3974730755" sldId="257"/>
            <ac:spMk id="5" creationId="{4FD132A3-0175-FA2C-4B19-F5FB1448BC61}"/>
          </ac:spMkLst>
        </pc:spChg>
        <pc:spChg chg="add mod">
          <ac:chgData name="Megan Croft" userId="ace9f3438c3ba8f5" providerId="LiveId" clId="{E42D6D93-C64A-483E-80D9-1160D13C849D}" dt="2025-11-05T11:34:59.637" v="967" actId="1076"/>
          <ac:spMkLst>
            <pc:docMk/>
            <pc:sldMk cId="3974730755" sldId="257"/>
            <ac:spMk id="6" creationId="{55EE5AF7-9D04-E556-58E0-F7C80B646BF1}"/>
          </ac:spMkLst>
        </pc:spChg>
        <pc:spChg chg="add mod">
          <ac:chgData name="Megan Croft" userId="ace9f3438c3ba8f5" providerId="LiveId" clId="{E42D6D93-C64A-483E-80D9-1160D13C849D}" dt="2025-11-05T11:34:32.517" v="961" actId="1076"/>
          <ac:spMkLst>
            <pc:docMk/>
            <pc:sldMk cId="3974730755" sldId="257"/>
            <ac:spMk id="7" creationId="{E4F74FE1-DB1B-2128-CABF-E2A6488594E5}"/>
          </ac:spMkLst>
        </pc:spChg>
        <pc:spChg chg="add mod">
          <ac:chgData name="Megan Croft" userId="ace9f3438c3ba8f5" providerId="LiveId" clId="{E42D6D93-C64A-483E-80D9-1160D13C849D}" dt="2025-11-05T11:37:10.337" v="992" actId="1076"/>
          <ac:spMkLst>
            <pc:docMk/>
            <pc:sldMk cId="3974730755" sldId="257"/>
            <ac:spMk id="8" creationId="{43F37B15-CE6A-3C2F-BEA6-E6425A51CD21}"/>
          </ac:spMkLst>
        </pc:spChg>
        <pc:spChg chg="add del mod">
          <ac:chgData name="Megan Croft" userId="ace9f3438c3ba8f5" providerId="LiveId" clId="{E42D6D93-C64A-483E-80D9-1160D13C849D}" dt="2025-11-05T11:16:32.278" v="209" actId="478"/>
          <ac:spMkLst>
            <pc:docMk/>
            <pc:sldMk cId="3974730755" sldId="257"/>
            <ac:spMk id="9" creationId="{A4349D53-38CB-F817-27D5-9A9734A08ACC}"/>
          </ac:spMkLst>
        </pc:spChg>
        <pc:spChg chg="add mod">
          <ac:chgData name="Megan Croft" userId="ace9f3438c3ba8f5" providerId="LiveId" clId="{E42D6D93-C64A-483E-80D9-1160D13C849D}" dt="2025-11-05T11:35:13.367" v="971" actId="1076"/>
          <ac:spMkLst>
            <pc:docMk/>
            <pc:sldMk cId="3974730755" sldId="257"/>
            <ac:spMk id="10" creationId="{E27641E1-B176-B99E-B6CE-E4A2D55079B4}"/>
          </ac:spMkLst>
        </pc:spChg>
        <pc:spChg chg="add mod">
          <ac:chgData name="Megan Croft" userId="ace9f3438c3ba8f5" providerId="LiveId" clId="{E42D6D93-C64A-483E-80D9-1160D13C849D}" dt="2025-11-05T11:35:48.928" v="981" actId="120"/>
          <ac:spMkLst>
            <pc:docMk/>
            <pc:sldMk cId="3974730755" sldId="257"/>
            <ac:spMk id="11" creationId="{37A14C67-EB29-7F2E-921F-C0A5FAAAF12A}"/>
          </ac:spMkLst>
        </pc:spChg>
        <pc:spChg chg="add mod">
          <ac:chgData name="Megan Croft" userId="ace9f3438c3ba8f5" providerId="LiveId" clId="{E42D6D93-C64A-483E-80D9-1160D13C849D}" dt="2025-11-05T11:34:34.669" v="962" actId="1076"/>
          <ac:spMkLst>
            <pc:docMk/>
            <pc:sldMk cId="3974730755" sldId="257"/>
            <ac:spMk id="12" creationId="{805B71CD-4429-1B84-167A-967A04F32775}"/>
          </ac:spMkLst>
        </pc:spChg>
        <pc:spChg chg="add mod">
          <ac:chgData name="Megan Croft" userId="ace9f3438c3ba8f5" providerId="LiveId" clId="{E42D6D93-C64A-483E-80D9-1160D13C849D}" dt="2025-11-05T11:36:00.547" v="984" actId="1076"/>
          <ac:spMkLst>
            <pc:docMk/>
            <pc:sldMk cId="3974730755" sldId="257"/>
            <ac:spMk id="13" creationId="{13A2E6B9-C58A-D529-9122-34274D4D3D39}"/>
          </ac:spMkLst>
        </pc:spChg>
        <pc:spChg chg="add mod">
          <ac:chgData name="Megan Croft" userId="ace9f3438c3ba8f5" providerId="LiveId" clId="{E42D6D93-C64A-483E-80D9-1160D13C849D}" dt="2025-11-05T11:36:14.664" v="988" actId="1076"/>
          <ac:spMkLst>
            <pc:docMk/>
            <pc:sldMk cId="3974730755" sldId="257"/>
            <ac:spMk id="14" creationId="{38BFB982-2565-D502-F8AA-65DD146D1AB9}"/>
          </ac:spMkLst>
        </pc:spChg>
        <pc:picChg chg="add mod">
          <ac:chgData name="Megan Croft" userId="ace9f3438c3ba8f5" providerId="LiveId" clId="{E42D6D93-C64A-483E-80D9-1160D13C849D}" dt="2025-11-05T11:35:10.165" v="970" actId="1076"/>
          <ac:picMkLst>
            <pc:docMk/>
            <pc:sldMk cId="3974730755" sldId="257"/>
            <ac:picMk id="4" creationId="{8BC2F280-071F-E2C7-738F-C9669DE2CA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34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732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383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72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0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99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16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08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4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8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50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E508653-F6CD-497B-9103-3CBBE62FCD23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042396F-FA21-4C49-A7D8-AD40AD43AB09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831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C3FB-5B3B-2294-1FA9-5CB192C23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Motor Control – Safety Measures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C2F280-071F-E2C7-738F-C9669DE2C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69" y="2961449"/>
            <a:ext cx="7439809" cy="2687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D132A3-0175-FA2C-4B19-F5FB1448BC61}"/>
              </a:ext>
            </a:extLst>
          </p:cNvPr>
          <p:cNvSpPr txBox="1"/>
          <p:nvPr/>
        </p:nvSpPr>
        <p:spPr>
          <a:xfrm>
            <a:off x="5145262" y="2665818"/>
            <a:ext cx="268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Kian’s </a:t>
            </a:r>
            <a:r>
              <a:rPr lang="en-GB" dirty="0" err="1"/>
              <a:t>LTSpice</a:t>
            </a:r>
            <a:r>
              <a:rPr lang="en-GB" dirty="0"/>
              <a:t> Schematic: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E5AF7-9D04-E556-58E0-F7C80B646BF1}"/>
              </a:ext>
            </a:extLst>
          </p:cNvPr>
          <p:cNvSpPr txBox="1"/>
          <p:nvPr/>
        </p:nvSpPr>
        <p:spPr>
          <a:xfrm>
            <a:off x="10117081" y="2342652"/>
            <a:ext cx="249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Gate Driver 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74FE1-DB1B-2128-CABF-E2A6488594E5}"/>
              </a:ext>
            </a:extLst>
          </p:cNvPr>
          <p:cNvSpPr txBox="1"/>
          <p:nvPr/>
        </p:nvSpPr>
        <p:spPr>
          <a:xfrm>
            <a:off x="430594" y="2388819"/>
            <a:ext cx="2822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Current Sense Amplifier</a:t>
            </a:r>
          </a:p>
          <a:p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37B15-CE6A-3C2F-BEA6-E6425A51CD21}"/>
              </a:ext>
            </a:extLst>
          </p:cNvPr>
          <p:cNvSpPr txBox="1"/>
          <p:nvPr/>
        </p:nvSpPr>
        <p:spPr>
          <a:xfrm>
            <a:off x="575893" y="4990654"/>
            <a:ext cx="249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Temperature Sensing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641E1-B176-B99E-B6CE-E4A2D55079B4}"/>
              </a:ext>
            </a:extLst>
          </p:cNvPr>
          <p:cNvSpPr txBox="1"/>
          <p:nvPr/>
        </p:nvSpPr>
        <p:spPr>
          <a:xfrm>
            <a:off x="9292180" y="5036821"/>
            <a:ext cx="2497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Bootstrap Capacitor</a:t>
            </a:r>
          </a:p>
          <a:p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14C67-EB29-7F2E-921F-C0A5FAAAF12A}"/>
              </a:ext>
            </a:extLst>
          </p:cNvPr>
          <p:cNvSpPr txBox="1"/>
          <p:nvPr/>
        </p:nvSpPr>
        <p:spPr>
          <a:xfrm>
            <a:off x="9718765" y="2775576"/>
            <a:ext cx="227040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Adds dead time so high-side and low-side MOSFETs aren’t on at the same time otherwise it creates a direct short.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5B71CD-4429-1B84-167A-967A04F32775}"/>
              </a:ext>
            </a:extLst>
          </p:cNvPr>
          <p:cNvSpPr txBox="1"/>
          <p:nvPr/>
        </p:nvSpPr>
        <p:spPr>
          <a:xfrm>
            <a:off x="430594" y="2856050"/>
            <a:ext cx="33596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Detects when current exceeds the safe rated limit of motor, MOSFETs, wiring or power supply.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A2E6B9-C58A-D529-9122-34274D4D3D39}"/>
              </a:ext>
            </a:extLst>
          </p:cNvPr>
          <p:cNvSpPr txBox="1"/>
          <p:nvPr/>
        </p:nvSpPr>
        <p:spPr>
          <a:xfrm>
            <a:off x="8988149" y="5379105"/>
            <a:ext cx="30010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Used in half-bridge or full-bridge circuits and stores charge from driver supply which can be used to boost MOSFET gate above require voltage.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BFB982-2565-D502-F8AA-65DD146D1AB9}"/>
              </a:ext>
            </a:extLst>
          </p:cNvPr>
          <p:cNvSpPr txBox="1"/>
          <p:nvPr/>
        </p:nvSpPr>
        <p:spPr>
          <a:xfrm>
            <a:off x="575893" y="5379105"/>
            <a:ext cx="30690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Need to limit internal temperature rise by reducing electrical load when temperature rises so system stays within thermal limits. </a:t>
            </a:r>
          </a:p>
        </p:txBody>
      </p:sp>
    </p:spTree>
    <p:extLst>
      <p:ext uri="{BB962C8B-B14F-4D97-AF65-F5344CB8AC3E}">
        <p14:creationId xmlns:p14="http://schemas.microsoft.com/office/powerpoint/2010/main" val="397473075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470AAD0F-2042-4E79-BDCE-758DC7DF0F96}"/>
</file>

<file path=customXml/itemProps2.xml><?xml version="1.0" encoding="utf-8"?>
<ds:datastoreItem xmlns:ds="http://schemas.openxmlformats.org/officeDocument/2006/customXml" ds:itemID="{3B82B9B6-5A0F-49FC-B94C-D2449F7EE387}"/>
</file>

<file path=customXml/itemProps3.xml><?xml version="1.0" encoding="utf-8"?>
<ds:datastoreItem xmlns:ds="http://schemas.openxmlformats.org/officeDocument/2006/customXml" ds:itemID="{B5BEE496-2B8D-4A5A-92C6-26F7D1F9474A}"/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25</TotalTime>
  <Words>102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Gill Sans MT</vt:lpstr>
      <vt:lpstr>Wingdings 2</vt:lpstr>
      <vt:lpstr>Dividend</vt:lpstr>
      <vt:lpstr>Motor Control – Safety Measures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CROFT, MEG E.I. (Student)</dc:creator>
  <cp:lastModifiedBy>Megan Croft</cp:lastModifiedBy>
  <cp:revision>1</cp:revision>
  <dcterms:created xsi:type="dcterms:W3CDTF">2025-11-05T11:11:38Z</dcterms:created>
  <dcterms:modified xsi:type="dcterms:W3CDTF">2025-11-05T11:37:16Z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