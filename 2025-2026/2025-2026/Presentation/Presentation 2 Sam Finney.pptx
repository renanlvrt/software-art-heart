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9402F-0550-4D96-8600-F881320BEF9E}" v="3" dt="2025-11-12T11:07:01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NNEY, SAM C. (Student)" userId="e0135f99-b770-4d59-994c-d9c6c2b4a4c0" providerId="ADAL" clId="{7D2BFD68-1F1F-490A-A7CE-C6F422D0FCF6}"/>
    <pc:docChg chg="undo custSel modSld">
      <pc:chgData name="FINNEY, SAM C. (Student)" userId="e0135f99-b770-4d59-994c-d9c6c2b4a4c0" providerId="ADAL" clId="{7D2BFD68-1F1F-490A-A7CE-C6F422D0FCF6}" dt="2025-11-12T11:07:24.881" v="189" actId="1076"/>
      <pc:docMkLst>
        <pc:docMk/>
      </pc:docMkLst>
      <pc:sldChg chg="addSp delSp modSp mod">
        <pc:chgData name="FINNEY, SAM C. (Student)" userId="e0135f99-b770-4d59-994c-d9c6c2b4a4c0" providerId="ADAL" clId="{7D2BFD68-1F1F-490A-A7CE-C6F422D0FCF6}" dt="2025-11-12T11:07:24.881" v="189" actId="1076"/>
        <pc:sldMkLst>
          <pc:docMk/>
          <pc:sldMk cId="2022758177" sldId="256"/>
        </pc:sldMkLst>
        <pc:spChg chg="mod">
          <ac:chgData name="FINNEY, SAM C. (Student)" userId="e0135f99-b770-4d59-994c-d9c6c2b4a4c0" providerId="ADAL" clId="{7D2BFD68-1F1F-490A-A7CE-C6F422D0FCF6}" dt="2025-11-12T11:01:10.302" v="11" actId="1076"/>
          <ac:spMkLst>
            <pc:docMk/>
            <pc:sldMk cId="2022758177" sldId="256"/>
            <ac:spMk id="8" creationId="{86E4B3DD-5FDE-79A3-5067-76BF75173841}"/>
          </ac:spMkLst>
        </pc:spChg>
        <pc:spChg chg="del mod">
          <ac:chgData name="FINNEY, SAM C. (Student)" userId="e0135f99-b770-4d59-994c-d9c6c2b4a4c0" providerId="ADAL" clId="{7D2BFD68-1F1F-490A-A7CE-C6F422D0FCF6}" dt="2025-11-12T11:00:42.674" v="2" actId="478"/>
          <ac:spMkLst>
            <pc:docMk/>
            <pc:sldMk cId="2022758177" sldId="256"/>
            <ac:spMk id="13" creationId="{9A78B047-330C-9785-2746-93BBD1ADA73C}"/>
          </ac:spMkLst>
        </pc:spChg>
        <pc:spChg chg="mod">
          <ac:chgData name="FINNEY, SAM C. (Student)" userId="e0135f99-b770-4d59-994c-d9c6c2b4a4c0" providerId="ADAL" clId="{7D2BFD68-1F1F-490A-A7CE-C6F422D0FCF6}" dt="2025-11-12T11:05:13.297" v="86" actId="1076"/>
          <ac:spMkLst>
            <pc:docMk/>
            <pc:sldMk cId="2022758177" sldId="256"/>
            <ac:spMk id="14" creationId="{6CB4530F-AC7E-F5AE-E249-62EDCCAF5003}"/>
          </ac:spMkLst>
        </pc:spChg>
        <pc:spChg chg="add mod">
          <ac:chgData name="FINNEY, SAM C. (Student)" userId="e0135f99-b770-4d59-994c-d9c6c2b4a4c0" providerId="ADAL" clId="{7D2BFD68-1F1F-490A-A7CE-C6F422D0FCF6}" dt="2025-11-12T11:05:49.319" v="98" actId="1076"/>
          <ac:spMkLst>
            <pc:docMk/>
            <pc:sldMk cId="2022758177" sldId="256"/>
            <ac:spMk id="28" creationId="{45479D7F-725A-F63A-2A1D-AA0A2DF61B98}"/>
          </ac:spMkLst>
        </pc:spChg>
        <pc:spChg chg="add mod">
          <ac:chgData name="FINNEY, SAM C. (Student)" userId="e0135f99-b770-4d59-994c-d9c6c2b4a4c0" providerId="ADAL" clId="{7D2BFD68-1F1F-490A-A7CE-C6F422D0FCF6}" dt="2025-11-12T11:06:30.924" v="178" actId="20577"/>
          <ac:spMkLst>
            <pc:docMk/>
            <pc:sldMk cId="2022758177" sldId="256"/>
            <ac:spMk id="29" creationId="{D0286289-FC8C-2D9A-19A8-B7FF879A7F53}"/>
          </ac:spMkLst>
        </pc:spChg>
        <pc:spChg chg="add mod">
          <ac:chgData name="FINNEY, SAM C. (Student)" userId="e0135f99-b770-4d59-994c-d9c6c2b4a4c0" providerId="ADAL" clId="{7D2BFD68-1F1F-490A-A7CE-C6F422D0FCF6}" dt="2025-11-12T11:07:24.881" v="189" actId="1076"/>
          <ac:spMkLst>
            <pc:docMk/>
            <pc:sldMk cId="2022758177" sldId="256"/>
            <ac:spMk id="30" creationId="{F32A3CF7-BF9C-6A68-1EDB-5E75D5D23A9D}"/>
          </ac:spMkLst>
        </pc:spChg>
        <pc:picChg chg="mod">
          <ac:chgData name="FINNEY, SAM C. (Student)" userId="e0135f99-b770-4d59-994c-d9c6c2b4a4c0" providerId="ADAL" clId="{7D2BFD68-1F1F-490A-A7CE-C6F422D0FCF6}" dt="2025-11-12T11:02:48.005" v="30" actId="1076"/>
          <ac:picMkLst>
            <pc:docMk/>
            <pc:sldMk cId="2022758177" sldId="256"/>
            <ac:picMk id="5" creationId="{88DEA66B-6C7E-4D54-7D96-BD3DFACE9F4E}"/>
          </ac:picMkLst>
        </pc:picChg>
        <pc:picChg chg="mod">
          <ac:chgData name="FINNEY, SAM C. (Student)" userId="e0135f99-b770-4d59-994c-d9c6c2b4a4c0" providerId="ADAL" clId="{7D2BFD68-1F1F-490A-A7CE-C6F422D0FCF6}" dt="2025-11-12T11:01:12.839" v="12" actId="1076"/>
          <ac:picMkLst>
            <pc:docMk/>
            <pc:sldMk cId="2022758177" sldId="256"/>
            <ac:picMk id="7" creationId="{BDDFCED5-70C3-6D0C-6C70-2F7F8B9F2CD9}"/>
          </ac:picMkLst>
        </pc:picChg>
        <pc:picChg chg="del">
          <ac:chgData name="FINNEY, SAM C. (Student)" userId="e0135f99-b770-4d59-994c-d9c6c2b4a4c0" providerId="ADAL" clId="{7D2BFD68-1F1F-490A-A7CE-C6F422D0FCF6}" dt="2025-11-12T11:00:32.589" v="0" actId="478"/>
          <ac:picMkLst>
            <pc:docMk/>
            <pc:sldMk cId="2022758177" sldId="256"/>
            <ac:picMk id="10" creationId="{E5D08D97-B215-6E68-F2E7-3EDB09E19BEF}"/>
          </ac:picMkLst>
        </pc:picChg>
        <pc:picChg chg="del">
          <ac:chgData name="FINNEY, SAM C. (Student)" userId="e0135f99-b770-4d59-994c-d9c6c2b4a4c0" providerId="ADAL" clId="{7D2BFD68-1F1F-490A-A7CE-C6F422D0FCF6}" dt="2025-11-12T11:00:55.593" v="5" actId="478"/>
          <ac:picMkLst>
            <pc:docMk/>
            <pc:sldMk cId="2022758177" sldId="256"/>
            <ac:picMk id="12" creationId="{8E830744-C54C-7AF0-A970-613E2BC8100B}"/>
          </ac:picMkLst>
        </pc:picChg>
        <pc:picChg chg="add del mod">
          <ac:chgData name="FINNEY, SAM C. (Student)" userId="e0135f99-b770-4d59-994c-d9c6c2b4a4c0" providerId="ADAL" clId="{7D2BFD68-1F1F-490A-A7CE-C6F422D0FCF6}" dt="2025-11-12T11:01:28.216" v="15" actId="478"/>
          <ac:picMkLst>
            <pc:docMk/>
            <pc:sldMk cId="2022758177" sldId="256"/>
            <ac:picMk id="16" creationId="{C4EACB27-ED67-D989-EEA1-1443CE150C4D}"/>
          </ac:picMkLst>
        </pc:picChg>
        <pc:picChg chg="add mod">
          <ac:chgData name="FINNEY, SAM C. (Student)" userId="e0135f99-b770-4d59-994c-d9c6c2b4a4c0" providerId="ADAL" clId="{7D2BFD68-1F1F-490A-A7CE-C6F422D0FCF6}" dt="2025-11-12T11:05:58.864" v="99" actId="1076"/>
          <ac:picMkLst>
            <pc:docMk/>
            <pc:sldMk cId="2022758177" sldId="256"/>
            <ac:picMk id="18" creationId="{18DF36E9-A050-8364-46DF-8BB5114F9ED2}"/>
          </ac:picMkLst>
        </pc:picChg>
        <pc:picChg chg="add mod">
          <ac:chgData name="FINNEY, SAM C. (Student)" userId="e0135f99-b770-4d59-994c-d9c6c2b4a4c0" providerId="ADAL" clId="{7D2BFD68-1F1F-490A-A7CE-C6F422D0FCF6}" dt="2025-11-12T11:05:01.515" v="84" actId="1076"/>
          <ac:picMkLst>
            <pc:docMk/>
            <pc:sldMk cId="2022758177" sldId="256"/>
            <ac:picMk id="20" creationId="{055BB43E-81DF-5376-ECCE-A152229ED2DB}"/>
          </ac:picMkLst>
        </pc:picChg>
        <pc:cxnChg chg="add mod">
          <ac:chgData name="FINNEY, SAM C. (Student)" userId="e0135f99-b770-4d59-994c-d9c6c2b4a4c0" providerId="ADAL" clId="{7D2BFD68-1F1F-490A-A7CE-C6F422D0FCF6}" dt="2025-11-12T11:04:46.078" v="81" actId="14100"/>
          <ac:cxnSpMkLst>
            <pc:docMk/>
            <pc:sldMk cId="2022758177" sldId="256"/>
            <ac:cxnSpMk id="22" creationId="{11470CDF-DBD2-F669-248A-E77D2EB0D87F}"/>
          </ac:cxnSpMkLst>
        </pc:cxnChg>
        <pc:cxnChg chg="add mod">
          <ac:chgData name="FINNEY, SAM C. (Student)" userId="e0135f99-b770-4d59-994c-d9c6c2b4a4c0" providerId="ADAL" clId="{7D2BFD68-1F1F-490A-A7CE-C6F422D0FCF6}" dt="2025-11-12T11:05:00.430" v="83" actId="14100"/>
          <ac:cxnSpMkLst>
            <pc:docMk/>
            <pc:sldMk cId="2022758177" sldId="256"/>
            <ac:cxnSpMk id="26" creationId="{0BD4003C-93B0-0BB1-E68A-9E373F572EB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5366-345F-4168-2464-D2EC1DFF7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767E8-3EFA-D433-D508-A0F174672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550AC-FB88-9A11-350D-033030A1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3EC8A-6A71-6B81-FA75-066EA933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7410D-7EB5-362B-3A40-37BEE54A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6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714E-3D88-164A-B96D-6CB26D00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B3EA4-DDFE-5E69-72FE-E927114FB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3E4DC-6B7C-219E-EB3E-E4D914AA9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38EB5-DB49-93D5-EAC0-9AA402D4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79E59-8146-5028-2C93-10E2CE2A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318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50DC-85BA-4546-00AC-A03ADD50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1CB28-B382-AA07-4A27-11A456441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36B25-AFA8-9432-BAB2-D7725C3F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28DAC-E202-B828-4B15-FD6C722A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8C7FC-E764-6DAE-4564-FF5AEF3D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276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F9D4-EEBC-F5AC-6A19-DA5B6867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769E-1D05-C5F3-1706-D948A9C1D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3DB1A-0CCE-16D8-A616-02BBFC754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C1ACF-1DEA-617D-A47F-8EFC6CA0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2F413-3129-B519-B32E-28B33752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5A92D-89DE-1605-160D-8DEB23AD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713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DF50-23A1-B9BE-09F0-F8B40E20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12D75-A8E9-E63A-B1EB-280307109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9C6A6-29B1-D4D7-4C75-D966C08E1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FDD8D-E98B-431A-4186-D5A8070A7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20BE2-75EE-C716-69C5-5C6AAC59A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56CBB-ED99-D68B-B13F-72E1A29E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937CF-0893-18E6-09EC-C2654637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766E0D-2E3F-FA85-FA3A-1C4A0989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8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752B-F8E9-C692-467D-004C3BDD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73977-BC03-DBA2-1027-97AA6DD2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23228-4C39-39E0-36CA-F8551C96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3D6DF-9EB7-4FE8-EC00-412CC6FBB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28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19DF79-C889-CF39-E141-63CF2532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3F0AE-7797-FB2B-7194-B815536E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2F1D8-791C-D0CB-94FD-D3368D1D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0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39CB-3F89-E0B5-5AE7-30A984BEF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399B3-9CAD-21AF-63F9-F544C276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EDBDC-1071-9A67-781F-EBFFAF06E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5F9A2-7AAD-494A-D71F-CF21DBB2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6193B-64FE-9DB0-44E5-176D1C4D5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614BB-9B22-2D23-708C-0D9FD24D7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69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B8D4-EE85-7CA0-85CC-1456E459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3FDFE-6657-0D00-F9B5-6E37D6033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900C5-1BBD-500E-9E2B-5D777318E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3B0AC-0E5E-32F3-62AA-5C8A8EBD6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1AAC9-CB2B-7506-3E4C-5DD2E7C4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F1ABD-B284-5CF2-72FD-68A5EDD9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51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7F80-B048-BA89-A5F7-752F428DF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AFB7A-7823-5CC7-D2F2-F731569CA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FD376-78A9-EF53-DDF0-67D0B1276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4F075-03F2-173D-E3D7-B49904E24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6C0A1-760A-5958-E4B8-9AE1BE0F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275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1B2763-31A8-69E7-7B85-F46750292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E866E-5CBE-F72F-D836-31F3D4E3F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59A1F-AF86-4B27-7EE5-55A58EF8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10F24-232B-1462-885F-1171D3F8A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399B9-A6DC-50F7-7B72-7C297EB8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941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19745F-058F-4247-1AB0-9DD0800C8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97C52-CD71-2878-F4A3-7B755FCA8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28E4E-20C6-5D21-3CCD-A6F73E740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8CB7F-F8D3-41AF-8FFF-5F9D478E496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86CF3-E88D-B700-530D-CEDBA2140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43CBB-8854-BC29-2C8D-B0D455191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D0768-8CF8-4547-A1CA-F7B387A1EA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60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DEA66B-6C7E-4D54-7D96-BD3DFACE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39339" cy="3285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DFCED5-70C3-6D0C-6C70-2F7F8B9F2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705" y="911715"/>
            <a:ext cx="5876260" cy="22124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E4B3DD-5FDE-79A3-5067-76BF75173841}"/>
              </a:ext>
            </a:extLst>
          </p:cNvPr>
          <p:cNvSpPr txBox="1"/>
          <p:nvPr/>
        </p:nvSpPr>
        <p:spPr>
          <a:xfrm>
            <a:off x="5913457" y="185967"/>
            <a:ext cx="5850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Implemented real NAND gates using SPICE models found online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4530F-AC7E-F5AE-E249-62EDCCAF5003}"/>
              </a:ext>
            </a:extLst>
          </p:cNvPr>
          <p:cNvSpPr txBox="1"/>
          <p:nvPr/>
        </p:nvSpPr>
        <p:spPr>
          <a:xfrm>
            <a:off x="9092721" y="3532712"/>
            <a:ext cx="25576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Next?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Find an </a:t>
            </a:r>
            <a:r>
              <a:rPr lang="en-GB" dirty="0" err="1"/>
              <a:t>LTSpice</a:t>
            </a:r>
            <a:r>
              <a:rPr lang="en-GB" dirty="0"/>
              <a:t> model for an appropriate MOSFET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Combine mine and Joe’s circuit to test the full external circuitry with optimised component values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DF36E9-A050-8364-46DF-8BB5114F9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84" y="4581507"/>
            <a:ext cx="4191056" cy="18402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5BB43E-81DF-5376-ECCE-A152229ED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624" y="3285461"/>
            <a:ext cx="4029960" cy="351919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470CDF-DBD2-F669-248A-E77D2EB0D87F}"/>
              </a:ext>
            </a:extLst>
          </p:cNvPr>
          <p:cNvCxnSpPr>
            <a:cxnSpLocks/>
          </p:cNvCxnSpPr>
          <p:nvPr/>
        </p:nvCxnSpPr>
        <p:spPr>
          <a:xfrm>
            <a:off x="4895850" y="4373880"/>
            <a:ext cx="12458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D4003C-93B0-0BB1-E68A-9E373F572EB6}"/>
              </a:ext>
            </a:extLst>
          </p:cNvPr>
          <p:cNvCxnSpPr>
            <a:cxnSpLocks/>
          </p:cNvCxnSpPr>
          <p:nvPr/>
        </p:nvCxnSpPr>
        <p:spPr>
          <a:xfrm>
            <a:off x="6141720" y="4373880"/>
            <a:ext cx="0" cy="2255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5479D7F-725A-F63A-2A1D-AA0A2DF61B98}"/>
              </a:ext>
            </a:extLst>
          </p:cNvPr>
          <p:cNvSpPr txBox="1"/>
          <p:nvPr/>
        </p:nvSpPr>
        <p:spPr>
          <a:xfrm>
            <a:off x="4942757" y="4006219"/>
            <a:ext cx="15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chemeClr val="tx2"/>
                </a:solidFill>
              </a:rPr>
              <a:t>V_th</a:t>
            </a:r>
            <a:r>
              <a:rPr lang="en-GB" sz="2400" b="1" dirty="0">
                <a:solidFill>
                  <a:schemeClr val="tx2"/>
                </a:solidFill>
              </a:rPr>
              <a:t>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286289-FC8C-2D9A-19A8-B7FF879A7F53}"/>
              </a:ext>
            </a:extLst>
          </p:cNvPr>
          <p:cNvSpPr txBox="1"/>
          <p:nvPr/>
        </p:nvSpPr>
        <p:spPr>
          <a:xfrm>
            <a:off x="278348" y="3572540"/>
            <a:ext cx="402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Designed a methos of obtaining the time delay signal for the NAND gates.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2A3CF7-BF9C-6A68-1EDB-5E75D5D23A9D}"/>
              </a:ext>
            </a:extLst>
          </p:cNvPr>
          <p:cNvSpPr txBox="1"/>
          <p:nvPr/>
        </p:nvSpPr>
        <p:spPr>
          <a:xfrm>
            <a:off x="6096000" y="6119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TD</a:t>
            </a:r>
          </a:p>
        </p:txBody>
      </p:sp>
    </p:spTree>
    <p:extLst>
      <p:ext uri="{BB962C8B-B14F-4D97-AF65-F5344CB8AC3E}">
        <p14:creationId xmlns:p14="http://schemas.microsoft.com/office/powerpoint/2010/main" val="2022758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AEC19A4F-3110-40FB-B9F5-C721A387E813}"/>
</file>

<file path=customXml/itemProps2.xml><?xml version="1.0" encoding="utf-8"?>
<ds:datastoreItem xmlns:ds="http://schemas.openxmlformats.org/officeDocument/2006/customXml" ds:itemID="{6D484458-32ED-46F4-8805-9AC2E1FA97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EF536A-96E0-45AE-ABA8-7D097515FA53}">
  <ds:schemaRefs>
    <ds:schemaRef ds:uri="152452af-1880-42ad-a4db-dcf35afb1243"/>
    <ds:schemaRef ds:uri="http://purl.org/dc/terms/"/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d57108d7-aa3e-4c6c-aa13-163de49f7f0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55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FINNEY, SAM C. (Student)</dc:creator>
  <cp:lastModifiedBy>FINNEY, SAM C. (Student)</cp:lastModifiedBy>
  <cp:revision>1</cp:revision>
  <dcterms:created xsi:type="dcterms:W3CDTF">2025-11-11T16:41:17Z</dcterms:created>
  <dcterms:modified xsi:type="dcterms:W3CDTF">2025-11-12T11:07:28Z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Order">
    <vt:r8>1994700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