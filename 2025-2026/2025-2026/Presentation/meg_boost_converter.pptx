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19CB-B3BB-E119-C216-EA309526C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4A6BA-D009-D937-38F2-96C12E282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2FF24-10B1-15E3-1969-353A8D5A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79038-D853-40EA-A365-4722D650F978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1DBD6-510F-33DB-1FD1-76D27A6C8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ED03D-682D-DF2A-28F1-E9EDFB4AA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7923-48B0-4ECA-A5BA-23EF4A4D7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65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8DCC-0CA7-C341-BB02-6EACF58BA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6B6E8-9186-A020-B935-8A9D19826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7EEB0-EB44-9AEF-F3F4-B96867B4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79038-D853-40EA-A365-4722D650F978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66036-8EBF-7865-DBEA-CBBAB094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64F69-6494-BC0E-A33C-2FFCE142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7923-48B0-4ECA-A5BA-23EF4A4D7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111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12C3D-53E7-DD30-EEE0-1C03AA04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E49BF-1C09-2B6E-F371-65FF6F033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4D80B-8800-FE67-E8F7-0642D749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79038-D853-40EA-A365-4722D650F978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D74A1-065A-A170-86DF-B29A51900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8A45B-9E14-7561-F23D-13BD5E98C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7923-48B0-4ECA-A5BA-23EF4A4D7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808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A1A2-F25B-DC9A-2A90-9AAEA9399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54446-34B5-B2E4-DAF7-5CB4ADEBB1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9715E-0EAF-3977-ADA8-B42E4ECAF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BBCEC-F10F-2B1F-5CBE-C3D716965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79038-D853-40EA-A365-4722D650F978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06360-4BC0-8AC3-6415-1C32B5701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AD5B9-21D2-8F31-2997-4C7B2216F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7923-48B0-4ECA-A5BA-23EF4A4D7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4543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ABB52-7D2B-196B-9E46-6A26C767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650DD-A3F2-E386-32B1-7AE5451DA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292F8-5194-CFF5-C953-3BBE6E72B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5C1E8E-29F7-E28D-1E8D-3FA0ECBCF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7238F-44BD-E4C1-7CE5-40EACE3A88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FBF80E-76BB-553A-48CB-6C68D6E15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79038-D853-40EA-A365-4722D650F978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1F43CB-8ED9-5DC7-62AC-3AFAC1649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2FA08-C8DD-187F-0AF9-8762E39E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7923-48B0-4ECA-A5BA-23EF4A4D7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062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D6D0B-F3D7-00D6-E4A0-17FD985B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F3B4F1-1A50-7325-0E65-269FC6511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79038-D853-40EA-A365-4722D650F978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A79464-3B8F-CBE0-1995-0A15669A0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E1028-E0B5-45FA-46AF-EF8E4504B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7923-48B0-4ECA-A5BA-23EF4A4D7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313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568F60-B4EF-541C-2661-0828526B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79038-D853-40EA-A365-4722D650F978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72FD7E-7BE8-E748-563F-A8DEF9B78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862E4-E916-70F8-2CAE-76314FFC0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7923-48B0-4ECA-A5BA-23EF4A4D7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128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67D1A-0457-56E7-3E69-F4FFC4470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482DE-54C1-9343-A793-42C7B08B6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08A318-E90C-205D-742E-3F08087F7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9D0A3-FB7F-1D2A-4291-52F50017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79038-D853-40EA-A365-4722D650F978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9C8A4-317D-DDC9-BBC4-B6F18DAD0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6B6CF-47BA-BB0B-FFD1-89FE446F2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7923-48B0-4ECA-A5BA-23EF4A4D7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285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4842F-FB83-B03A-797F-0E9008E2B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75F05-F02A-AF0C-9C86-1FD78863B6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4121F8-B6A7-1B58-80A6-5EE41EAD6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FA7B5-4900-0273-A2BC-2A4FDFE34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79038-D853-40EA-A365-4722D650F978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4CADF-5BB2-E00D-7DDF-09CE1461B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29E7C-958C-12C2-4CBA-16BCA8F91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7923-48B0-4ECA-A5BA-23EF4A4D7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457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6402-A2AC-D5BC-0F0D-0F5716CA3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38217-3AE4-D2EC-3847-611F3D1AA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02AB4-A9AA-E996-87A1-EC4899FB7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79038-D853-40EA-A365-4722D650F978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DB0D5-20C6-B881-AF04-5865F637B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70A6D-DAD9-AE3D-6EA7-16A08705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7923-48B0-4ECA-A5BA-23EF4A4D7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39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285665-9AAC-4F75-C32A-5F0394F339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249797-CC9A-B73D-578C-34DEEE0EC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91489-6858-CABA-0246-F208C937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79038-D853-40EA-A365-4722D650F978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9E646-EEB6-507E-5976-1C91D6DE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66F6D-6F58-3010-ADD1-4C11575BD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7923-48B0-4ECA-A5BA-23EF4A4D7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642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5427DB-FDD0-E50D-7B6A-9E4BCE8E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E4B66-50DB-B186-FEA9-F30E12244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D2E6F-D2E5-049E-B25B-1DFB09DE76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79038-D853-40EA-A365-4722D650F978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3F346-569F-E729-42A5-FB3C0022B7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4DBE3-323A-A7F3-4CD1-7ABE57F31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07923-48B0-4ECA-A5BA-23EF4A4D7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60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CB698B-4E11-E605-9E79-83D970553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977" y="305285"/>
            <a:ext cx="8581294" cy="3292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F9FB94-543A-3F4C-DE4B-8B51D03F1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76" y="3728076"/>
            <a:ext cx="5345723" cy="2352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068A2B-C4DB-F162-70C0-6FAFEE085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103" y="3728076"/>
            <a:ext cx="5710813" cy="247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45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b4422dbb140da9a0e48d7138c42df5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6845d2288d5cc41e409429ecfe7a8840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Props1.xml><?xml version="1.0" encoding="utf-8"?>
<ds:datastoreItem xmlns:ds="http://schemas.openxmlformats.org/officeDocument/2006/customXml" ds:itemID="{BE5192E1-752A-4072-9F65-557F356212DD}"/>
</file>

<file path=customXml/itemProps2.xml><?xml version="1.0" encoding="utf-8"?>
<ds:datastoreItem xmlns:ds="http://schemas.openxmlformats.org/officeDocument/2006/customXml" ds:itemID="{49605B4A-5803-4723-B0C6-E203F48FE54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7F0546-5E33-4EBB-8F8A-7AAA672488B0}">
  <ds:schemaRefs>
    <ds:schemaRef ds:uri="http://purl.org/dc/elements/1.1/"/>
    <ds:schemaRef ds:uri="a92532b4-f879-4fe1-8d04-1598af4c66df"/>
    <ds:schemaRef ds:uri="http://schemas.microsoft.com/office/2006/documentManagement/types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CROFT, MEG E.I. (Student)</dc:creator>
  <cp:lastModifiedBy>CROFT, MEG E.I. (Student)</cp:lastModifiedBy>
  <cp:revision>1</cp:revision>
  <dcterms:created xsi:type="dcterms:W3CDTF">2025-11-12T13:03:18Z</dcterms:created>
  <dcterms:modified xsi:type="dcterms:W3CDTF">2025-11-12T13:15:39Z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</Properties>
</file>