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45E0A0-B9CC-C54C-A308-28A88CF00F6B}" v="1" dt="2025-11-12T12:06:40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RAY, RUFUS W. (Student)" userId="S::mzsh31@durham.ac.uk::5ea0015d-e678-4514-a428-d8286d5d77f0" providerId="AD" clId="Web-{A5780593-9E30-844F-80AE-D83CC139742D}"/>
    <pc:docChg chg="modSld">
      <pc:chgData name="MURRAY, RUFUS W. (Student)" userId="S::mzsh31@durham.ac.uk::5ea0015d-e678-4514-a428-d8286d5d77f0" providerId="AD" clId="Web-{A5780593-9E30-844F-80AE-D83CC139742D}" dt="2025-10-30T15:42:09.437" v="17" actId="20577"/>
      <pc:docMkLst>
        <pc:docMk/>
      </pc:docMkLst>
      <pc:sldChg chg="addSp modSp">
        <pc:chgData name="MURRAY, RUFUS W. (Student)" userId="S::mzsh31@durham.ac.uk::5ea0015d-e678-4514-a428-d8286d5d77f0" providerId="AD" clId="Web-{A5780593-9E30-844F-80AE-D83CC139742D}" dt="2025-10-30T15:42:09.437" v="17" actId="20577"/>
        <pc:sldMkLst>
          <pc:docMk/>
          <pc:sldMk cId="2895996609" sldId="256"/>
        </pc:sldMkLst>
        <pc:spChg chg="mod">
          <ac:chgData name="MURRAY, RUFUS W. (Student)" userId="S::mzsh31@durham.ac.uk::5ea0015d-e678-4514-a428-d8286d5d77f0" providerId="AD" clId="Web-{A5780593-9E30-844F-80AE-D83CC139742D}" dt="2025-10-30T15:42:09.437" v="17" actId="20577"/>
          <ac:spMkLst>
            <pc:docMk/>
            <pc:sldMk cId="2895996609" sldId="256"/>
            <ac:spMk id="10" creationId="{63EA75DB-6A03-57F3-EA08-66E9468AAAA9}"/>
          </ac:spMkLst>
        </pc:spChg>
        <pc:picChg chg="add mod modCrop">
          <ac:chgData name="MURRAY, RUFUS W. (Student)" userId="S::mzsh31@durham.ac.uk::5ea0015d-e678-4514-a428-d8286d5d77f0" providerId="AD" clId="Web-{A5780593-9E30-844F-80AE-D83CC139742D}" dt="2025-10-30T15:41:34.218" v="11" actId="1076"/>
          <ac:picMkLst>
            <pc:docMk/>
            <pc:sldMk cId="2895996609" sldId="256"/>
            <ac:picMk id="2" creationId="{6321C1A9-AF82-1916-041B-2C25F890B06D}"/>
          </ac:picMkLst>
        </pc:picChg>
        <pc:picChg chg="mod">
          <ac:chgData name="MURRAY, RUFUS W. (Student)" userId="S::mzsh31@durham.ac.uk::5ea0015d-e678-4514-a428-d8286d5d77f0" providerId="AD" clId="Web-{A5780593-9E30-844F-80AE-D83CC139742D}" dt="2025-10-30T15:41:11.187" v="3" actId="14100"/>
          <ac:picMkLst>
            <pc:docMk/>
            <pc:sldMk cId="2895996609" sldId="256"/>
            <ac:picMk id="5" creationId="{A5DE7953-883F-A6EC-E335-9B516D5BC827}"/>
          </ac:picMkLst>
        </pc:picChg>
        <pc:picChg chg="mod">
          <ac:chgData name="MURRAY, RUFUS W. (Student)" userId="S::mzsh31@durham.ac.uk::5ea0015d-e678-4514-a428-d8286d5d77f0" providerId="AD" clId="Web-{A5780593-9E30-844F-80AE-D83CC139742D}" dt="2025-10-30T15:41:35.405" v="12" actId="1076"/>
          <ac:picMkLst>
            <pc:docMk/>
            <pc:sldMk cId="2895996609" sldId="256"/>
            <ac:picMk id="7" creationId="{003A9ABC-A52F-C086-27AA-EFC33CD73839}"/>
          </ac:picMkLst>
        </pc:picChg>
        <pc:picChg chg="mod">
          <ac:chgData name="MURRAY, RUFUS W. (Student)" userId="S::mzsh31@durham.ac.uk::5ea0015d-e678-4514-a428-d8286d5d77f0" providerId="AD" clId="Web-{A5780593-9E30-844F-80AE-D83CC139742D}" dt="2025-10-30T15:41:32.702" v="10" actId="1076"/>
          <ac:picMkLst>
            <pc:docMk/>
            <pc:sldMk cId="2895996609" sldId="256"/>
            <ac:picMk id="9" creationId="{34E06793-D533-99D6-4771-7F1B6226F444}"/>
          </ac:picMkLst>
        </pc:picChg>
      </pc:sldChg>
    </pc:docChg>
  </pc:docChgLst>
  <pc:docChgLst>
    <pc:chgData name="LUZAC, SCARLETT (Student)" userId="a54440c0-9c72-4280-a04f-0709e7e446eb" providerId="ADAL" clId="{C40FC2AD-2CDD-5BE7-9A73-A6EF2BD8DCDB}"/>
    <pc:docChg chg="custSel modSld">
      <pc:chgData name="LUZAC, SCARLETT (Student)" userId="a54440c0-9c72-4280-a04f-0709e7e446eb" providerId="ADAL" clId="{C40FC2AD-2CDD-5BE7-9A73-A6EF2BD8DCDB}" dt="2025-11-12T12:08:06.368" v="502" actId="1076"/>
      <pc:docMkLst>
        <pc:docMk/>
      </pc:docMkLst>
      <pc:sldChg chg="addSp delSp modSp mod">
        <pc:chgData name="LUZAC, SCARLETT (Student)" userId="a54440c0-9c72-4280-a04f-0709e7e446eb" providerId="ADAL" clId="{C40FC2AD-2CDD-5BE7-9A73-A6EF2BD8DCDB}" dt="2025-11-12T12:08:06.368" v="502" actId="1076"/>
        <pc:sldMkLst>
          <pc:docMk/>
          <pc:sldMk cId="2895996609" sldId="256"/>
        </pc:sldMkLst>
        <pc:spChg chg="add mod">
          <ac:chgData name="LUZAC, SCARLETT (Student)" userId="a54440c0-9c72-4280-a04f-0709e7e446eb" providerId="ADAL" clId="{C40FC2AD-2CDD-5BE7-9A73-A6EF2BD8DCDB}" dt="2025-11-12T12:08:06.368" v="502" actId="1076"/>
          <ac:spMkLst>
            <pc:docMk/>
            <pc:sldMk cId="2895996609" sldId="256"/>
            <ac:spMk id="11" creationId="{F730D58B-09DE-3594-A56E-6A99AFBD514B}"/>
          </ac:spMkLst>
        </pc:spChg>
        <pc:picChg chg="add del mod">
          <ac:chgData name="LUZAC, SCARLETT (Student)" userId="a54440c0-9c72-4280-a04f-0709e7e446eb" providerId="ADAL" clId="{C40FC2AD-2CDD-5BE7-9A73-A6EF2BD8DCDB}" dt="2025-11-12T12:06:51.079" v="237" actId="478"/>
          <ac:picMkLst>
            <pc:docMk/>
            <pc:sldMk cId="2895996609" sldId="256"/>
            <ac:picMk id="4" creationId="{E42D9D33-FD22-58B0-957A-5B2F4962F062}"/>
          </ac:picMkLst>
        </pc:picChg>
        <pc:picChg chg="add mod">
          <ac:chgData name="LUZAC, SCARLETT (Student)" userId="a54440c0-9c72-4280-a04f-0709e7e446eb" providerId="ADAL" clId="{C40FC2AD-2CDD-5BE7-9A73-A6EF2BD8DCDB}" dt="2025-11-12T12:06:58.634" v="239" actId="1076"/>
          <ac:picMkLst>
            <pc:docMk/>
            <pc:sldMk cId="2895996609" sldId="256"/>
            <ac:picMk id="6" creationId="{477FEEDC-3CAF-AAF2-6153-72F9CC26C7FE}"/>
          </ac:picMkLst>
        </pc:picChg>
        <pc:picChg chg="add mod">
          <ac:chgData name="LUZAC, SCARLETT (Student)" userId="a54440c0-9c72-4280-a04f-0709e7e446eb" providerId="ADAL" clId="{C40FC2AD-2CDD-5BE7-9A73-A6EF2BD8DCDB}" dt="2025-11-05T11:55:28.504" v="15" actId="1076"/>
          <ac:picMkLst>
            <pc:docMk/>
            <pc:sldMk cId="2895996609" sldId="256"/>
            <ac:picMk id="8" creationId="{A1F52CA3-52E5-52B7-98A8-9691A986E37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AF28-C19C-95BD-426C-43C0F54EB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54C99-E613-864B-7256-DB8C0AD65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FE9B1-FAE8-F9DC-8A58-10004516B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9180F-8C85-4F29-7292-AF8E2FE1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9BF2B-B75F-59E1-F164-99E3C4F8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776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83AB-3ED5-CD77-29B7-97954F7D9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214D-9CB8-D412-2CC7-080D9E7F4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CEAAA-C888-0B63-74BC-59B621E8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50E13-68B3-B30D-BCFE-BDD8BA4DB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C2A2-42DE-4AD1-614C-87F29EB0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04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547CD-3513-E28E-A23A-7103F2AB5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DAFE4-1B42-F19E-0D45-D890AF767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D0B02-F89C-7F21-0620-93C1A300C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92AE3-5921-605F-985D-CC7042DF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1CCE2-8E43-13EA-B6A6-41B09106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927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2191-854F-E6AE-ECDE-D22F1552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E5FC-D199-6882-70F1-6AF99AC84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B8AE1-18F2-9477-03E1-EB72C627E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67C73-FDB1-7323-6A1F-DA13FF396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16016-4A5F-0BE5-F7CB-73ED0B1D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23E92-F470-8CEF-82CB-E4E3F07F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343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E0D72-F909-5CEB-084D-A59FDFD7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F7D54-78D1-441C-180F-75FE6EC96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F7803-5470-E7D0-36D2-DF7CD8C02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F5349-285D-F9C9-F839-53D717C4D8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DF16CB-FD93-C586-ABA6-1BA0AADEF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FA7670-C176-65F1-7BDE-5919CC4F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5CB3C2-146D-5918-BB5E-E79BE7E0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CB0822-9DDF-3B9B-08B6-617DCE4C2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656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5D11-2BCA-7EE5-1659-7BCECDB5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E74A78-A9E7-112A-56D2-A2667517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15ABE-51ED-1468-04D8-5EA4C205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7D5D2-63C3-A682-840D-B10A329D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52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733F4-F5D6-3706-A360-F32CB154D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CA2E8B-965D-8570-7997-7600C4A6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7767A-7102-1244-158D-7E341BA3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974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87161-CD9F-2F67-1AB0-9C9CBEE5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75F98-24AE-54D2-DB7F-060FECABD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F065E-A7EA-85DE-7B90-313138C8F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8A7D7-F3D5-C307-B36B-522D90B6F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095D5-70EE-FD4B-8FD4-CB1887FC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37862-DA17-D419-5401-A880ABE70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765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9710C-6FEC-F7DE-6A5A-E3B53D1CF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EE1B35-66F1-9059-B64F-805BF37AD1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F0B2-5C80-4FD7-9D6D-D7BE90F94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EDFE0-0AC9-DF45-0E95-F96A54BB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D6BB9-39AE-56D8-0791-C57ED0A6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1DD06-B378-CB77-6C80-A59A20F8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19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7859-09D1-7E68-0D1F-F637213EF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D2420-6CA6-1E36-5D76-70FEBD712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257ED-A698-EC06-E39F-E27615CF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F41F6-8F75-5FA3-B227-AD279C786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FAC1E-E3BE-B9A9-AB9C-C893ECFB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991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F939EA-CA3E-465E-5495-63F21F174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8BEAD-9D58-9E3C-AB0B-267086B43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1FE65-F7A8-D6C4-4849-401E4818F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A4F7A-85E0-3033-B663-ABD7EDC2E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BB2F9-B18C-9ED9-72D0-0A902F1D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710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C1E2E-813F-A4EB-EE49-59579DA66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60942-99AE-9C5D-314B-539720477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12C0B-EED2-8114-4235-47DCB3DD2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8D488-4A8C-4D20-9F2B-D24EE085596C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E761E-2440-8587-30F3-E8CEA14E6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ACE62-2A32-AB0A-154F-36D8D0F9E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56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DE7953-883F-A6EC-E335-9B516D5BC8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86" t="17923" r="21052" b="15367"/>
          <a:stretch>
            <a:fillRect/>
          </a:stretch>
        </p:blipFill>
        <p:spPr>
          <a:xfrm>
            <a:off x="266699" y="85380"/>
            <a:ext cx="2904666" cy="1789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3A9ABC-A52F-C086-27AA-EFC33CD738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64" t="8667" r="30958" b="4000"/>
          <a:stretch>
            <a:fillRect/>
          </a:stretch>
        </p:blipFill>
        <p:spPr>
          <a:xfrm>
            <a:off x="269340" y="2169406"/>
            <a:ext cx="2445745" cy="24457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E06793-D533-99D6-4771-7F1B6226F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543" y="85725"/>
            <a:ext cx="2318761" cy="12525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EA75DB-6A03-57F3-EA08-66E9468AAAA9}"/>
              </a:ext>
            </a:extLst>
          </p:cNvPr>
          <p:cNvSpPr txBox="1"/>
          <p:nvPr/>
        </p:nvSpPr>
        <p:spPr>
          <a:xfrm>
            <a:off x="447446" y="4863824"/>
            <a:ext cx="454342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/>
              <a:t>Things to buy/acquire from engineering: wire, magnets, threaded inserts</a:t>
            </a:r>
          </a:p>
        </p:txBody>
      </p:sp>
      <p:pic>
        <p:nvPicPr>
          <p:cNvPr id="2" name="Picture 1" descr="A grey circular object with holes in it&#10;&#10;AI-generated content may be incorrect.">
            <a:extLst>
              <a:ext uri="{FF2B5EF4-FFF2-40B4-BE49-F238E27FC236}">
                <a16:creationId xmlns:a16="http://schemas.microsoft.com/office/drawing/2014/main" id="{6321C1A9-AF82-1916-041B-2C25F890B0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550" t="7968" r="17660" b="-399"/>
          <a:stretch>
            <a:fillRect/>
          </a:stretch>
        </p:blipFill>
        <p:spPr>
          <a:xfrm>
            <a:off x="2941650" y="2169118"/>
            <a:ext cx="2790546" cy="2133855"/>
          </a:xfrm>
          <a:prstGeom prst="rect">
            <a:avLst/>
          </a:prstGeom>
        </p:spPr>
      </p:pic>
      <p:pic>
        <p:nvPicPr>
          <p:cNvPr id="8" name="Picture 7" descr="A 3d model of a circular object&#10;&#10;AI-generated content may be incorrect.">
            <a:extLst>
              <a:ext uri="{FF2B5EF4-FFF2-40B4-BE49-F238E27FC236}">
                <a16:creationId xmlns:a16="http://schemas.microsoft.com/office/drawing/2014/main" id="{A1F52CA3-52E5-52B7-98A8-9691A986E3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832" y="2779613"/>
            <a:ext cx="3013622" cy="27305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30D58B-09DE-3594-A56E-6A99AFBD514B}"/>
              </a:ext>
            </a:extLst>
          </p:cNvPr>
          <p:cNvSpPr txBox="1"/>
          <p:nvPr/>
        </p:nvSpPr>
        <p:spPr>
          <a:xfrm>
            <a:off x="5382008" y="5657671"/>
            <a:ext cx="66425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Ready to machine the prototype – design has been amended to reduce no. of turns as well as the noise.</a:t>
            </a:r>
          </a:p>
          <a:p>
            <a:r>
              <a:rPr lang="en-US" dirty="0"/>
              <a:t>Now need to try and produce graphs displaying the motor’s characteristics </a:t>
            </a:r>
          </a:p>
        </p:txBody>
      </p:sp>
      <p:pic>
        <p:nvPicPr>
          <p:cNvPr id="6" name="Picture 5" descr="A graph with red lines&#10;&#10;AI-generated content may be incorrect.">
            <a:extLst>
              <a:ext uri="{FF2B5EF4-FFF2-40B4-BE49-F238E27FC236}">
                <a16:creationId xmlns:a16="http://schemas.microsoft.com/office/drawing/2014/main" id="{477FEEDC-3CAF-AAF2-6153-72F9CC26C7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779" y="0"/>
            <a:ext cx="4646996" cy="231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96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49B193-5C98-4D63-B46F-001F27D13773}">
  <ds:schemaRefs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f7fa545e-6ab3-4693-ba7e-0093980d26aa"/>
    <ds:schemaRef ds:uri="http://schemas.openxmlformats.org/package/2006/metadata/core-properties"/>
    <ds:schemaRef ds:uri="e0b53bdb-ad15-4542-b509-5814b2c15ecb"/>
  </ds:schemaRefs>
</ds:datastoreItem>
</file>

<file path=customXml/itemProps2.xml><?xml version="1.0" encoding="utf-8"?>
<ds:datastoreItem xmlns:ds="http://schemas.openxmlformats.org/officeDocument/2006/customXml" ds:itemID="{4E1B210B-6D27-41F3-9FD6-2D384D422F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74B7AE-A542-41AC-BEFC-4A8AE4075D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fa545e-6ab3-4693-ba7e-0093980d26aa"/>
    <ds:schemaRef ds:uri="e0b53bdb-ad15-4542-b509-5814b2c15e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47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MURRAY, RUFUS W. (Student)</dc:creator>
  <cp:lastModifiedBy>LUZAC, SCARLETT (Student)</cp:lastModifiedBy>
  <cp:revision>10</cp:revision>
  <dcterms:created xsi:type="dcterms:W3CDTF">2025-10-30T15:32:58Z</dcterms:created>
  <dcterms:modified xsi:type="dcterms:W3CDTF">2025-11-12T12:08:08Z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  <property fmtid="{D5CDD505-2E9C-101B-9397-08002B2CF9AE}" pid="3" name="MediaServiceImageTags">
    <vt:lpwstr/>
  </property>
</Properties>
</file>