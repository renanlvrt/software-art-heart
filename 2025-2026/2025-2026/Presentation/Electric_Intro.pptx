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4"/>
  </p:sldMasterIdLst>
  <p:sldIdLst>
    <p:sldId id="256" r:id="rId5"/>
    <p:sldId id="260" r:id="rId6"/>
    <p:sldId id="261" r:id="rId7"/>
    <p:sldId id="262" r:id="rId8"/>
    <p:sldId id="263" r:id="rId9"/>
    <p:sldId id="265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69C74E-ED2D-DD17-FDA6-CF309CE24738}" v="3" dt="2025-10-22T13:49:29.1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5801"/>
  </p:normalViewPr>
  <p:slideViewPr>
    <p:cSldViewPr snapToGrid="0">
      <p:cViewPr varScale="1">
        <p:scale>
          <a:sx n="85" d="100"/>
          <a:sy n="85" d="100"/>
        </p:scale>
        <p:origin x="192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SON, ALEX S. (Student)" userId="S::rcsd64@durham.ac.uk::f85d7876-e947-4086-abdd-4ae98e0e0611" providerId="AD" clId="Web-{F469C74E-ED2D-DD17-FDA6-CF309CE24738}"/>
    <pc:docChg chg="modSld">
      <pc:chgData name="JOHNSON, ALEX S. (Student)" userId="S::rcsd64@durham.ac.uk::f85d7876-e947-4086-abdd-4ae98e0e0611" providerId="AD" clId="Web-{F469C74E-ED2D-DD17-FDA6-CF309CE24738}" dt="2025-10-22T13:49:29.124" v="2" actId="14100"/>
      <pc:docMkLst>
        <pc:docMk/>
      </pc:docMkLst>
      <pc:sldChg chg="modSp">
        <pc:chgData name="JOHNSON, ALEX S. (Student)" userId="S::rcsd64@durham.ac.uk::f85d7876-e947-4086-abdd-4ae98e0e0611" providerId="AD" clId="Web-{F469C74E-ED2D-DD17-FDA6-CF309CE24738}" dt="2025-10-22T13:49:29.124" v="2" actId="14100"/>
        <pc:sldMkLst>
          <pc:docMk/>
          <pc:sldMk cId="2722781810" sldId="264"/>
        </pc:sldMkLst>
        <pc:spChg chg="mod">
          <ac:chgData name="JOHNSON, ALEX S. (Student)" userId="S::rcsd64@durham.ac.uk::f85d7876-e947-4086-abdd-4ae98e0e0611" providerId="AD" clId="Web-{F469C74E-ED2D-DD17-FDA6-CF309CE24738}" dt="2025-10-22T13:49:29.124" v="2" actId="14100"/>
          <ac:spMkLst>
            <pc:docMk/>
            <pc:sldMk cId="2722781810" sldId="264"/>
            <ac:spMk id="3" creationId="{086B6DCA-8BBC-2961-CAD8-6DB438FA6894}"/>
          </ac:spMkLst>
        </pc:spChg>
      </pc:sldChg>
    </pc:docChg>
  </pc:docChgLst>
  <pc:docChgLst>
    <pc:chgData name="LAI, KATRINA Y. (Student)" userId="89443210-9537-4894-a90d-417968dd4408" providerId="ADAL" clId="{9E69CDD2-CCAF-534B-817D-5EA53F280633}"/>
    <pc:docChg chg="undo redo custSel addSld delSld modSld sldOrd">
      <pc:chgData name="LAI, KATRINA Y. (Student)" userId="89443210-9537-4894-a90d-417968dd4408" providerId="ADAL" clId="{9E69CDD2-CCAF-534B-817D-5EA53F280633}" dt="2025-09-29T23:02:14.623" v="13007" actId="26606"/>
      <pc:docMkLst>
        <pc:docMk/>
      </pc:docMkLst>
      <pc:sldChg chg="addSp delSp modSp mod delDesignElem">
        <pc:chgData name="LAI, KATRINA Y. (Student)" userId="89443210-9537-4894-a90d-417968dd4408" providerId="ADAL" clId="{9E69CDD2-CCAF-534B-817D-5EA53F280633}" dt="2025-09-29T22:07:23.621" v="9808" actId="403"/>
        <pc:sldMkLst>
          <pc:docMk/>
          <pc:sldMk cId="3208896820" sldId="256"/>
        </pc:sldMkLst>
        <pc:spChg chg="mod">
          <ac:chgData name="LAI, KATRINA Y. (Student)" userId="89443210-9537-4894-a90d-417968dd4408" providerId="ADAL" clId="{9E69CDD2-CCAF-534B-817D-5EA53F280633}" dt="2025-09-29T22:07:23.621" v="9808" actId="403"/>
          <ac:spMkLst>
            <pc:docMk/>
            <pc:sldMk cId="3208896820" sldId="256"/>
            <ac:spMk id="2" creationId="{8F4864F2-39ED-B368-8A07-D4C9F1D7B8D2}"/>
          </ac:spMkLst>
        </pc:spChg>
        <pc:spChg chg="add">
          <ac:chgData name="LAI, KATRINA Y. (Student)" userId="89443210-9537-4894-a90d-417968dd4408" providerId="ADAL" clId="{9E69CDD2-CCAF-534B-817D-5EA53F280633}" dt="2025-09-29T22:07:13.286" v="9805" actId="26606"/>
          <ac:spMkLst>
            <pc:docMk/>
            <pc:sldMk cId="3208896820" sldId="256"/>
            <ac:spMk id="1033" creationId="{DC99427B-A97E-40A3-B1FD-4557346C6A91}"/>
          </ac:spMkLst>
        </pc:spChg>
        <pc:picChg chg="mod">
          <ac:chgData name="LAI, KATRINA Y. (Student)" userId="89443210-9537-4894-a90d-417968dd4408" providerId="ADAL" clId="{9E69CDD2-CCAF-534B-817D-5EA53F280633}" dt="2025-09-29T22:07:13.286" v="9805" actId="26606"/>
          <ac:picMkLst>
            <pc:docMk/>
            <pc:sldMk cId="3208896820" sldId="256"/>
            <ac:picMk id="1028" creationId="{774E86FC-FAB1-FE0A-8D0B-EAF08811093C}"/>
          </ac:picMkLst>
        </pc:picChg>
      </pc:sldChg>
      <pc:sldChg chg="addSp delSp modSp new mod setBg">
        <pc:chgData name="LAI, KATRINA Y. (Student)" userId="89443210-9537-4894-a90d-417968dd4408" providerId="ADAL" clId="{9E69CDD2-CCAF-534B-817D-5EA53F280633}" dt="2025-09-29T22:07:05.770" v="9804"/>
        <pc:sldMkLst>
          <pc:docMk/>
          <pc:sldMk cId="688937652" sldId="260"/>
        </pc:sldMkLst>
        <pc:spChg chg="mod">
          <ac:chgData name="LAI, KATRINA Y. (Student)" userId="89443210-9537-4894-a90d-417968dd4408" providerId="ADAL" clId="{9E69CDD2-CCAF-534B-817D-5EA53F280633}" dt="2025-09-29T22:07:05.770" v="9804"/>
          <ac:spMkLst>
            <pc:docMk/>
            <pc:sldMk cId="688937652" sldId="260"/>
            <ac:spMk id="2" creationId="{C937D1C5-418E-80C9-5E67-9EB53AD2EB00}"/>
          </ac:spMkLst>
        </pc:spChg>
        <pc:graphicFrameChg chg="add mod">
          <ac:chgData name="LAI, KATRINA Y. (Student)" userId="89443210-9537-4894-a90d-417968dd4408" providerId="ADAL" clId="{9E69CDD2-CCAF-534B-817D-5EA53F280633}" dt="2025-09-29T20:17:06.317" v="8207" actId="20577"/>
          <ac:graphicFrameMkLst>
            <pc:docMk/>
            <pc:sldMk cId="688937652" sldId="260"/>
            <ac:graphicFrameMk id="37" creationId="{96CDAB2B-B28B-A783-98B5-C8FACC018855}"/>
          </ac:graphicFrameMkLst>
        </pc:graphicFrameChg>
      </pc:sldChg>
      <pc:sldChg chg="addSp delSp modSp new mod setBg">
        <pc:chgData name="LAI, KATRINA Y. (Student)" userId="89443210-9537-4894-a90d-417968dd4408" providerId="ADAL" clId="{9E69CDD2-CCAF-534B-817D-5EA53F280633}" dt="2025-09-29T22:16:36.020" v="9935" actId="404"/>
        <pc:sldMkLst>
          <pc:docMk/>
          <pc:sldMk cId="2302435692" sldId="261"/>
        </pc:sldMkLst>
        <pc:spChg chg="mod">
          <ac:chgData name="LAI, KATRINA Y. (Student)" userId="89443210-9537-4894-a90d-417968dd4408" providerId="ADAL" clId="{9E69CDD2-CCAF-534B-817D-5EA53F280633}" dt="2025-09-29T22:15:59.721" v="9926" actId="26606"/>
          <ac:spMkLst>
            <pc:docMk/>
            <pc:sldMk cId="2302435692" sldId="261"/>
            <ac:spMk id="2" creationId="{BD3CB012-AD59-0DB5-3FC8-35EBBA6E6FDD}"/>
          </ac:spMkLst>
        </pc:spChg>
        <pc:spChg chg="mod ord">
          <ac:chgData name="LAI, KATRINA Y. (Student)" userId="89443210-9537-4894-a90d-417968dd4408" providerId="ADAL" clId="{9E69CDD2-CCAF-534B-817D-5EA53F280633}" dt="2025-09-29T22:16:36.020" v="9935" actId="404"/>
          <ac:spMkLst>
            <pc:docMk/>
            <pc:sldMk cId="2302435692" sldId="261"/>
            <ac:spMk id="3" creationId="{9BB67850-5DAA-9511-088D-82900B41B8C0}"/>
          </ac:spMkLst>
        </pc:spChg>
        <pc:spChg chg="add">
          <ac:chgData name="LAI, KATRINA Y. (Student)" userId="89443210-9537-4894-a90d-417968dd4408" providerId="ADAL" clId="{9E69CDD2-CCAF-534B-817D-5EA53F280633}" dt="2025-09-29T22:15:59.721" v="9926" actId="26606"/>
          <ac:spMkLst>
            <pc:docMk/>
            <pc:sldMk cId="2302435692" sldId="261"/>
            <ac:spMk id="31" creationId="{ECD25CC7-FC66-488C-8D61-0FE7ECF1615F}"/>
          </ac:spMkLst>
        </pc:spChg>
        <pc:picChg chg="add mod ord">
          <ac:chgData name="LAI, KATRINA Y. (Student)" userId="89443210-9537-4894-a90d-417968dd4408" providerId="ADAL" clId="{9E69CDD2-CCAF-534B-817D-5EA53F280633}" dt="2025-09-29T22:15:59.721" v="9926" actId="26606"/>
          <ac:picMkLst>
            <pc:docMk/>
            <pc:sldMk cId="2302435692" sldId="261"/>
            <ac:picMk id="6" creationId="{FF5A6D0E-E0BE-5F7D-AD3B-E3DB7F2DD816}"/>
          </ac:picMkLst>
        </pc:picChg>
      </pc:sldChg>
      <pc:sldChg chg="addSp delSp modSp new mod setBg">
        <pc:chgData name="LAI, KATRINA Y. (Student)" userId="89443210-9537-4894-a90d-417968dd4408" providerId="ADAL" clId="{9E69CDD2-CCAF-534B-817D-5EA53F280633}" dt="2025-09-29T22:22:51.474" v="9976" actId="1076"/>
        <pc:sldMkLst>
          <pc:docMk/>
          <pc:sldMk cId="738656065" sldId="262"/>
        </pc:sldMkLst>
        <pc:spChg chg="mod">
          <ac:chgData name="LAI, KATRINA Y. (Student)" userId="89443210-9537-4894-a90d-417968dd4408" providerId="ADAL" clId="{9E69CDD2-CCAF-534B-817D-5EA53F280633}" dt="2025-09-29T22:18:50.250" v="9948" actId="26606"/>
          <ac:spMkLst>
            <pc:docMk/>
            <pc:sldMk cId="738656065" sldId="262"/>
            <ac:spMk id="2" creationId="{2098410E-0B68-E1EA-3689-72FD30AECBD9}"/>
          </ac:spMkLst>
        </pc:spChg>
        <pc:spChg chg="mod">
          <ac:chgData name="LAI, KATRINA Y. (Student)" userId="89443210-9537-4894-a90d-417968dd4408" providerId="ADAL" clId="{9E69CDD2-CCAF-534B-817D-5EA53F280633}" dt="2025-09-29T22:22:48.942" v="9975" actId="1076"/>
          <ac:spMkLst>
            <pc:docMk/>
            <pc:sldMk cId="738656065" sldId="262"/>
            <ac:spMk id="3" creationId="{3479466D-ECF6-1EDB-45F1-A86D5BA83E0D}"/>
          </ac:spMkLst>
        </pc:spChg>
        <pc:picChg chg="add mod">
          <ac:chgData name="LAI, KATRINA Y. (Student)" userId="89443210-9537-4894-a90d-417968dd4408" providerId="ADAL" clId="{9E69CDD2-CCAF-534B-817D-5EA53F280633}" dt="2025-09-29T22:22:51.474" v="9976" actId="1076"/>
          <ac:picMkLst>
            <pc:docMk/>
            <pc:sldMk cId="738656065" sldId="262"/>
            <ac:picMk id="6" creationId="{E0ACEAAD-604D-8750-6717-F006A22DFB9C}"/>
          </ac:picMkLst>
        </pc:picChg>
      </pc:sldChg>
      <pc:sldChg chg="addSp modSp new mod setBg">
        <pc:chgData name="LAI, KATRINA Y. (Student)" userId="89443210-9537-4894-a90d-417968dd4408" providerId="ADAL" clId="{9E69CDD2-CCAF-534B-817D-5EA53F280633}" dt="2025-09-29T22:25:31.328" v="9978" actId="1076"/>
        <pc:sldMkLst>
          <pc:docMk/>
          <pc:sldMk cId="576760260" sldId="263"/>
        </pc:sldMkLst>
        <pc:spChg chg="mod">
          <ac:chgData name="LAI, KATRINA Y. (Student)" userId="89443210-9537-4894-a90d-417968dd4408" providerId="ADAL" clId="{9E69CDD2-CCAF-534B-817D-5EA53F280633}" dt="2025-09-29T22:25:31.328" v="9978" actId="1076"/>
          <ac:spMkLst>
            <pc:docMk/>
            <pc:sldMk cId="576760260" sldId="263"/>
            <ac:spMk id="2" creationId="{84D66041-38AD-7B91-54B4-175852643CAB}"/>
          </ac:spMkLst>
        </pc:spChg>
        <pc:spChg chg="mod ord">
          <ac:chgData name="LAI, KATRINA Y. (Student)" userId="89443210-9537-4894-a90d-417968dd4408" providerId="ADAL" clId="{9E69CDD2-CCAF-534B-817D-5EA53F280633}" dt="2025-09-29T22:25:22.840" v="9977" actId="1076"/>
          <ac:spMkLst>
            <pc:docMk/>
            <pc:sldMk cId="576760260" sldId="263"/>
            <ac:spMk id="3" creationId="{6AF21AAC-18FC-B671-2811-19B6D392B48E}"/>
          </ac:spMkLst>
        </pc:spChg>
        <pc:picChg chg="add mod">
          <ac:chgData name="LAI, KATRINA Y. (Student)" userId="89443210-9537-4894-a90d-417968dd4408" providerId="ADAL" clId="{9E69CDD2-CCAF-534B-817D-5EA53F280633}" dt="2025-09-29T22:21:22.874" v="9961" actId="26606"/>
          <ac:picMkLst>
            <pc:docMk/>
            <pc:sldMk cId="576760260" sldId="263"/>
            <ac:picMk id="5" creationId="{47F1164E-C165-43C4-E8AA-8A7E0585B719}"/>
          </ac:picMkLst>
        </pc:picChg>
      </pc:sldChg>
      <pc:sldChg chg="addSp modSp new mod">
        <pc:chgData name="LAI, KATRINA Y. (Student)" userId="89443210-9537-4894-a90d-417968dd4408" providerId="ADAL" clId="{9E69CDD2-CCAF-534B-817D-5EA53F280633}" dt="2025-09-29T23:00:09.150" v="12964" actId="14100"/>
        <pc:sldMkLst>
          <pc:docMk/>
          <pc:sldMk cId="2722781810" sldId="264"/>
        </pc:sldMkLst>
        <pc:spChg chg="mod">
          <ac:chgData name="LAI, KATRINA Y. (Student)" userId="89443210-9537-4894-a90d-417968dd4408" providerId="ADAL" clId="{9E69CDD2-CCAF-534B-817D-5EA53F280633}" dt="2025-09-29T22:11:26.037" v="9851" actId="20577"/>
          <ac:spMkLst>
            <pc:docMk/>
            <pc:sldMk cId="2722781810" sldId="264"/>
            <ac:spMk id="2" creationId="{FC307AB1-D892-B41E-B5EC-86487821EB65}"/>
          </ac:spMkLst>
        </pc:spChg>
        <pc:spChg chg="mod">
          <ac:chgData name="LAI, KATRINA Y. (Student)" userId="89443210-9537-4894-a90d-417968dd4408" providerId="ADAL" clId="{9E69CDD2-CCAF-534B-817D-5EA53F280633}" dt="2025-09-29T23:00:03.981" v="12962" actId="1076"/>
          <ac:spMkLst>
            <pc:docMk/>
            <pc:sldMk cId="2722781810" sldId="264"/>
            <ac:spMk id="3" creationId="{086B6DCA-8BBC-2961-CAD8-6DB438FA6894}"/>
          </ac:spMkLst>
        </pc:spChg>
        <pc:spChg chg="add">
          <ac:chgData name="LAI, KATRINA Y. (Student)" userId="89443210-9537-4894-a90d-417968dd4408" providerId="ADAL" clId="{9E69CDD2-CCAF-534B-817D-5EA53F280633}" dt="2025-09-29T22:58:51.703" v="12952"/>
          <ac:spMkLst>
            <pc:docMk/>
            <pc:sldMk cId="2722781810" sldId="264"/>
            <ac:spMk id="4" creationId="{2B1FA48B-B2E0-34AC-CFF0-E9230A15D73B}"/>
          </ac:spMkLst>
        </pc:spChg>
        <pc:spChg chg="add mod">
          <ac:chgData name="LAI, KATRINA Y. (Student)" userId="89443210-9537-4894-a90d-417968dd4408" providerId="ADAL" clId="{9E69CDD2-CCAF-534B-817D-5EA53F280633}" dt="2025-09-29T22:58:59.980" v="12953"/>
          <ac:spMkLst>
            <pc:docMk/>
            <pc:sldMk cId="2722781810" sldId="264"/>
            <ac:spMk id="5" creationId="{1E793980-8D23-6067-1651-624FAD3F477D}"/>
          </ac:spMkLst>
        </pc:spChg>
        <pc:picChg chg="add mod">
          <ac:chgData name="LAI, KATRINA Y. (Student)" userId="89443210-9537-4894-a90d-417968dd4408" providerId="ADAL" clId="{9E69CDD2-CCAF-534B-817D-5EA53F280633}" dt="2025-09-29T23:00:09.150" v="12964" actId="14100"/>
          <ac:picMkLst>
            <pc:docMk/>
            <pc:sldMk cId="2722781810" sldId="264"/>
            <ac:picMk id="7" creationId="{DDF402A5-3CCD-247D-CFE3-E2E89469B0E3}"/>
          </ac:picMkLst>
        </pc:picChg>
      </pc:sldChg>
      <pc:sldChg chg="addSp delSp modSp new mod ord setBg">
        <pc:chgData name="LAI, KATRINA Y. (Student)" userId="89443210-9537-4894-a90d-417968dd4408" providerId="ADAL" clId="{9E69CDD2-CCAF-534B-817D-5EA53F280633}" dt="2025-09-29T22:57:42.764" v="12951" actId="14100"/>
        <pc:sldMkLst>
          <pc:docMk/>
          <pc:sldMk cId="3903046726" sldId="265"/>
        </pc:sldMkLst>
        <pc:spChg chg="mod">
          <ac:chgData name="LAI, KATRINA Y. (Student)" userId="89443210-9537-4894-a90d-417968dd4408" providerId="ADAL" clId="{9E69CDD2-CCAF-534B-817D-5EA53F280633}" dt="2025-09-29T22:57:19.148" v="12947" actId="26606"/>
          <ac:spMkLst>
            <pc:docMk/>
            <pc:sldMk cId="3903046726" sldId="265"/>
            <ac:spMk id="2" creationId="{F1BDC8CD-FB03-F662-706B-A4E1FAA0D9A1}"/>
          </ac:spMkLst>
        </pc:spChg>
        <pc:spChg chg="add mod ord">
          <ac:chgData name="LAI, KATRINA Y. (Student)" userId="89443210-9537-4894-a90d-417968dd4408" providerId="ADAL" clId="{9E69CDD2-CCAF-534B-817D-5EA53F280633}" dt="2025-09-29T22:57:42.764" v="12951" actId="14100"/>
          <ac:spMkLst>
            <pc:docMk/>
            <pc:sldMk cId="3903046726" sldId="265"/>
            <ac:spMk id="5" creationId="{E0500D95-BC4D-1FEF-5A0B-FF18958CFA00}"/>
          </ac:spMkLst>
        </pc:spChg>
        <pc:spChg chg="add">
          <ac:chgData name="LAI, KATRINA Y. (Student)" userId="89443210-9537-4894-a90d-417968dd4408" providerId="ADAL" clId="{9E69CDD2-CCAF-534B-817D-5EA53F280633}" dt="2025-09-29T22:57:19.148" v="12947" actId="26606"/>
          <ac:spMkLst>
            <pc:docMk/>
            <pc:sldMk cId="3903046726" sldId="265"/>
            <ac:spMk id="22" creationId="{ECD25CC7-FC66-488C-8D61-0FE7ECF1615F}"/>
          </ac:spMkLst>
        </pc:spChg>
        <pc:picChg chg="add mod">
          <ac:chgData name="LAI, KATRINA Y. (Student)" userId="89443210-9537-4894-a90d-417968dd4408" providerId="ADAL" clId="{9E69CDD2-CCAF-534B-817D-5EA53F280633}" dt="2025-09-29T22:57:19.148" v="12947" actId="26606"/>
          <ac:picMkLst>
            <pc:docMk/>
            <pc:sldMk cId="3903046726" sldId="265"/>
            <ac:picMk id="16" creationId="{1D9AA25A-F6FF-AAE9-76CC-498EACEAD65B}"/>
          </ac:picMkLst>
        </pc:picChg>
      </pc:sldChg>
      <pc:sldChg chg="addSp delSp modSp new mod setBg">
        <pc:chgData name="LAI, KATRINA Y. (Student)" userId="89443210-9537-4894-a90d-417968dd4408" providerId="ADAL" clId="{9E69CDD2-CCAF-534B-817D-5EA53F280633}" dt="2025-09-29T23:02:14.623" v="13007" actId="26606"/>
        <pc:sldMkLst>
          <pc:docMk/>
          <pc:sldMk cId="4101907574" sldId="266"/>
        </pc:sldMkLst>
        <pc:spChg chg="mod">
          <ac:chgData name="LAI, KATRINA Y. (Student)" userId="89443210-9537-4894-a90d-417968dd4408" providerId="ADAL" clId="{9E69CDD2-CCAF-534B-817D-5EA53F280633}" dt="2025-09-29T23:02:14.623" v="13007" actId="26606"/>
          <ac:spMkLst>
            <pc:docMk/>
            <pc:sldMk cId="4101907574" sldId="266"/>
            <ac:spMk id="2" creationId="{1314AB1B-C0EC-BEB7-2466-FC9F1E4AD850}"/>
          </ac:spMkLst>
        </pc:spChg>
        <pc:spChg chg="add">
          <ac:chgData name="LAI, KATRINA Y. (Student)" userId="89443210-9537-4894-a90d-417968dd4408" providerId="ADAL" clId="{9E69CDD2-CCAF-534B-817D-5EA53F280633}" dt="2025-09-29T23:02:14.623" v="13007" actId="26606"/>
          <ac:spMkLst>
            <pc:docMk/>
            <pc:sldMk cId="4101907574" sldId="266"/>
            <ac:spMk id="19" creationId="{0ADFFC45-3DC9-4433-926F-043E879D9DFC}"/>
          </ac:spMkLst>
        </pc:spChg>
        <pc:spChg chg="add">
          <ac:chgData name="LAI, KATRINA Y. (Student)" userId="89443210-9537-4894-a90d-417968dd4408" providerId="ADAL" clId="{9E69CDD2-CCAF-534B-817D-5EA53F280633}" dt="2025-09-29T23:02:14.623" v="13007" actId="26606"/>
          <ac:spMkLst>
            <pc:docMk/>
            <pc:sldMk cId="4101907574" sldId="266"/>
            <ac:spMk id="30" creationId="{69370F01-B8C9-4CE4-824C-92B2792E6ED0}"/>
          </ac:spMkLst>
        </pc:spChg>
        <pc:grpChg chg="add">
          <ac:chgData name="LAI, KATRINA Y. (Student)" userId="89443210-9537-4894-a90d-417968dd4408" providerId="ADAL" clId="{9E69CDD2-CCAF-534B-817D-5EA53F280633}" dt="2025-09-29T23:02:14.623" v="13007" actId="26606"/>
          <ac:grpSpMkLst>
            <pc:docMk/>
            <pc:sldMk cId="4101907574" sldId="266"/>
            <ac:grpSpMk id="7" creationId="{76582886-877C-4AEC-A77F-8055EB9A0CF9}"/>
          </ac:grpSpMkLst>
        </pc:grpChg>
        <pc:grpChg chg="add">
          <ac:chgData name="LAI, KATRINA Y. (Student)" userId="89443210-9537-4894-a90d-417968dd4408" providerId="ADAL" clId="{9E69CDD2-CCAF-534B-817D-5EA53F280633}" dt="2025-09-29T23:02:14.623" v="13007" actId="26606"/>
          <ac:grpSpMkLst>
            <pc:docMk/>
            <pc:sldMk cId="4101907574" sldId="266"/>
            <ac:grpSpMk id="21" creationId="{B5F26A87-0610-435F-AA13-BD658385C9D9}"/>
          </ac:grpSpMkLst>
        </pc:gr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E173F5-0F95-45AB-8150-E434CB43F7DF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DA21F26-D411-4722-BFF9-A5910D9B64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Motor </a:t>
          </a:r>
        </a:p>
      </dgm:t>
    </dgm:pt>
    <dgm:pt modelId="{F154CA08-A730-423B-A82C-0411A672FA41}" type="parTrans" cxnId="{095EBBE5-151B-46D0-9979-08BC1D3533CC}">
      <dgm:prSet/>
      <dgm:spPr/>
      <dgm:t>
        <a:bodyPr/>
        <a:lstStyle/>
        <a:p>
          <a:endParaRPr lang="en-US"/>
        </a:p>
      </dgm:t>
    </dgm:pt>
    <dgm:pt modelId="{875EE306-CBCD-4A6B-8351-B693E32388F8}" type="sibTrans" cxnId="{095EBBE5-151B-46D0-9979-08BC1D3533C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60B2C1A-0C79-491F-804C-9D87BBA679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TET Circuit </a:t>
          </a:r>
        </a:p>
      </dgm:t>
    </dgm:pt>
    <dgm:pt modelId="{AFEBC556-DDB6-41DC-BE4B-DC8E90ABF45C}" type="parTrans" cxnId="{2018ACA9-B85F-4C9F-8257-F5692A9F26FD}">
      <dgm:prSet/>
      <dgm:spPr/>
      <dgm:t>
        <a:bodyPr/>
        <a:lstStyle/>
        <a:p>
          <a:endParaRPr lang="en-US"/>
        </a:p>
      </dgm:t>
    </dgm:pt>
    <dgm:pt modelId="{9A177EAE-8A81-4BE4-B8AB-F6CE801593E5}" type="sibTrans" cxnId="{2018ACA9-B85F-4C9F-8257-F5692A9F26F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010F6F7-CA08-4D5B-B046-45FC71CEBD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Testing </a:t>
          </a:r>
        </a:p>
      </dgm:t>
    </dgm:pt>
    <dgm:pt modelId="{9859EBF9-DC40-47A8-9D93-61F70EA7C77E}" type="parTrans" cxnId="{0C18E038-7B58-46E5-9DAE-E8E230DB670E}">
      <dgm:prSet/>
      <dgm:spPr/>
      <dgm:t>
        <a:bodyPr/>
        <a:lstStyle/>
        <a:p>
          <a:endParaRPr lang="en-US"/>
        </a:p>
      </dgm:t>
    </dgm:pt>
    <dgm:pt modelId="{6B0D12BF-F8CF-4058-9990-0A19FCC210A9}" type="sibTrans" cxnId="{0C18E038-7B58-46E5-9DAE-E8E230DB670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9EA65F3-E71C-4336-8C76-5068B8BD4E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Batteries </a:t>
          </a:r>
        </a:p>
      </dgm:t>
    </dgm:pt>
    <dgm:pt modelId="{7DD1B791-0342-41A2-9940-2D567206A4AE}" type="sibTrans" cxnId="{1C38E607-CB50-4103-AE09-6F0CEFB9D91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4A12AC2-AB87-46DC-A83C-2F00DE3803F8}" type="parTrans" cxnId="{1C38E607-CB50-4103-AE09-6F0CEFB9D915}">
      <dgm:prSet/>
      <dgm:spPr/>
      <dgm:t>
        <a:bodyPr/>
        <a:lstStyle/>
        <a:p>
          <a:endParaRPr lang="en-US"/>
        </a:p>
      </dgm:t>
    </dgm:pt>
    <dgm:pt modelId="{4642AB9D-9862-4D79-88D7-E7B23D97A81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Control </a:t>
          </a:r>
        </a:p>
      </dgm:t>
    </dgm:pt>
    <dgm:pt modelId="{6DAD0062-DC19-4B52-832E-1EC157319E29}" type="sibTrans" cxnId="{4C1F0CB3-1610-49A9-BFE5-7749781245E3}">
      <dgm:prSet/>
      <dgm:spPr/>
      <dgm:t>
        <a:bodyPr/>
        <a:lstStyle/>
        <a:p>
          <a:endParaRPr lang="en-US"/>
        </a:p>
      </dgm:t>
    </dgm:pt>
    <dgm:pt modelId="{227F5657-7739-4499-AD95-50FCF39147A6}" type="parTrans" cxnId="{4C1F0CB3-1610-49A9-BFE5-7749781245E3}">
      <dgm:prSet/>
      <dgm:spPr/>
      <dgm:t>
        <a:bodyPr/>
        <a:lstStyle/>
        <a:p>
          <a:endParaRPr lang="en-US"/>
        </a:p>
      </dgm:t>
    </dgm:pt>
    <dgm:pt modelId="{17367A25-6DC9-4D44-8B42-5471C79A27B7}" type="pres">
      <dgm:prSet presAssocID="{C3E173F5-0F95-45AB-8150-E434CB43F7DF}" presName="root" presStyleCnt="0">
        <dgm:presLayoutVars>
          <dgm:dir/>
          <dgm:resizeHandles val="exact"/>
        </dgm:presLayoutVars>
      </dgm:prSet>
      <dgm:spPr/>
    </dgm:pt>
    <dgm:pt modelId="{B05D7851-3310-4E77-99F5-1BBC91D2C024}" type="pres">
      <dgm:prSet presAssocID="{C3E173F5-0F95-45AB-8150-E434CB43F7DF}" presName="container" presStyleCnt="0">
        <dgm:presLayoutVars>
          <dgm:dir/>
          <dgm:resizeHandles val="exact"/>
        </dgm:presLayoutVars>
      </dgm:prSet>
      <dgm:spPr/>
    </dgm:pt>
    <dgm:pt modelId="{60552C76-2BBE-4681-84F0-15B7849DC837}" type="pres">
      <dgm:prSet presAssocID="{8010F6F7-CA08-4D5B-B046-45FC71CEBD53}" presName="compNode" presStyleCnt="0"/>
      <dgm:spPr/>
    </dgm:pt>
    <dgm:pt modelId="{F1260DAB-6241-4C37-96F3-578F8698ED3B}" type="pres">
      <dgm:prSet presAssocID="{8010F6F7-CA08-4D5B-B046-45FC71CEBD53}" presName="iconBgRect" presStyleLbl="bgShp" presStyleIdx="0" presStyleCnt="5"/>
      <dgm:spPr/>
    </dgm:pt>
    <dgm:pt modelId="{99A04DE5-6CA2-4F18-A194-7202B10BED18}" type="pres">
      <dgm:prSet presAssocID="{8010F6F7-CA08-4D5B-B046-45FC71CEBD5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</dgm:pt>
    <dgm:pt modelId="{3013C59B-EAD8-4566-9CCE-969D744F9668}" type="pres">
      <dgm:prSet presAssocID="{8010F6F7-CA08-4D5B-B046-45FC71CEBD53}" presName="spaceRect" presStyleCnt="0"/>
      <dgm:spPr/>
    </dgm:pt>
    <dgm:pt modelId="{45FB3BE0-C115-4224-B476-B686F298B875}" type="pres">
      <dgm:prSet presAssocID="{8010F6F7-CA08-4D5B-B046-45FC71CEBD53}" presName="textRect" presStyleLbl="revTx" presStyleIdx="0" presStyleCnt="5">
        <dgm:presLayoutVars>
          <dgm:chMax val="1"/>
          <dgm:chPref val="1"/>
        </dgm:presLayoutVars>
      </dgm:prSet>
      <dgm:spPr/>
    </dgm:pt>
    <dgm:pt modelId="{242E6D13-AAB5-3247-B815-AEAF9EF6B8BA}" type="pres">
      <dgm:prSet presAssocID="{6B0D12BF-F8CF-4058-9990-0A19FCC210A9}" presName="sibTrans" presStyleLbl="sibTrans2D1" presStyleIdx="0" presStyleCnt="0"/>
      <dgm:spPr/>
    </dgm:pt>
    <dgm:pt modelId="{5796BADB-B14D-4E93-98E5-BE36123ABF49}" type="pres">
      <dgm:prSet presAssocID="{A60B2C1A-0C79-491F-804C-9D87BBA679B1}" presName="compNode" presStyleCnt="0"/>
      <dgm:spPr/>
    </dgm:pt>
    <dgm:pt modelId="{A108407D-53CE-47E1-A028-4930F741A651}" type="pres">
      <dgm:prSet presAssocID="{A60B2C1A-0C79-491F-804C-9D87BBA679B1}" presName="iconBgRect" presStyleLbl="bgShp" presStyleIdx="1" presStyleCnt="5"/>
      <dgm:spPr/>
    </dgm:pt>
    <dgm:pt modelId="{FD4141C0-0084-401F-8E93-0A84163D67D4}" type="pres">
      <dgm:prSet presAssocID="{A60B2C1A-0C79-491F-804C-9D87BBA679B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rt"/>
        </a:ext>
      </dgm:extLst>
    </dgm:pt>
    <dgm:pt modelId="{50F895B2-0E7B-4FB4-8921-714289FB5980}" type="pres">
      <dgm:prSet presAssocID="{A60B2C1A-0C79-491F-804C-9D87BBA679B1}" presName="spaceRect" presStyleCnt="0"/>
      <dgm:spPr/>
    </dgm:pt>
    <dgm:pt modelId="{5C9202CC-B456-4713-B1A3-F1C6411F91B0}" type="pres">
      <dgm:prSet presAssocID="{A60B2C1A-0C79-491F-804C-9D87BBA679B1}" presName="textRect" presStyleLbl="revTx" presStyleIdx="1" presStyleCnt="5">
        <dgm:presLayoutVars>
          <dgm:chMax val="1"/>
          <dgm:chPref val="1"/>
        </dgm:presLayoutVars>
      </dgm:prSet>
      <dgm:spPr/>
    </dgm:pt>
    <dgm:pt modelId="{C11A15B2-EEAC-4FBF-8CBD-C4FEC724EFC4}" type="pres">
      <dgm:prSet presAssocID="{9A177EAE-8A81-4BE4-B8AB-F6CE801593E5}" presName="sibTrans" presStyleLbl="sibTrans2D1" presStyleIdx="0" presStyleCnt="0"/>
      <dgm:spPr/>
    </dgm:pt>
    <dgm:pt modelId="{688C47B6-7817-4F24-A33C-F7213D24F645}" type="pres">
      <dgm:prSet presAssocID="{DDA21F26-D411-4722-BFF9-A5910D9B6444}" presName="compNode" presStyleCnt="0"/>
      <dgm:spPr/>
    </dgm:pt>
    <dgm:pt modelId="{88125AEB-575E-4772-8F2C-4B78416956A5}" type="pres">
      <dgm:prSet presAssocID="{DDA21F26-D411-4722-BFF9-A5910D9B6444}" presName="iconBgRect" presStyleLbl="bgShp" presStyleIdx="2" presStyleCnt="5"/>
      <dgm:spPr/>
    </dgm:pt>
    <dgm:pt modelId="{1DA4A229-7256-48F1-9D84-5DEB46BFD266}" type="pres">
      <dgm:prSet presAssocID="{DDA21F26-D411-4722-BFF9-A5910D9B644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ooter"/>
        </a:ext>
      </dgm:extLst>
    </dgm:pt>
    <dgm:pt modelId="{79A8F734-C549-4822-803F-40BBEF121159}" type="pres">
      <dgm:prSet presAssocID="{DDA21F26-D411-4722-BFF9-A5910D9B6444}" presName="spaceRect" presStyleCnt="0"/>
      <dgm:spPr/>
    </dgm:pt>
    <dgm:pt modelId="{AEF53B86-AA58-4BBD-A152-65630B67CE9D}" type="pres">
      <dgm:prSet presAssocID="{DDA21F26-D411-4722-BFF9-A5910D9B6444}" presName="textRect" presStyleLbl="revTx" presStyleIdx="2" presStyleCnt="5">
        <dgm:presLayoutVars>
          <dgm:chMax val="1"/>
          <dgm:chPref val="1"/>
        </dgm:presLayoutVars>
      </dgm:prSet>
      <dgm:spPr/>
    </dgm:pt>
    <dgm:pt modelId="{5BED58F9-77B5-40FF-9D5D-DAE8C4BFDB69}" type="pres">
      <dgm:prSet presAssocID="{875EE306-CBCD-4A6B-8351-B693E32388F8}" presName="sibTrans" presStyleLbl="sibTrans2D1" presStyleIdx="0" presStyleCnt="0"/>
      <dgm:spPr/>
    </dgm:pt>
    <dgm:pt modelId="{18B0AA9F-7B2B-42D1-B712-D274BEF4D034}" type="pres">
      <dgm:prSet presAssocID="{4642AB9D-9862-4D79-88D7-E7B23D97A810}" presName="compNode" presStyleCnt="0"/>
      <dgm:spPr/>
    </dgm:pt>
    <dgm:pt modelId="{750CEB9E-1315-4BB0-988B-233B44BA1D64}" type="pres">
      <dgm:prSet presAssocID="{4642AB9D-9862-4D79-88D7-E7B23D97A810}" presName="iconBgRect" presStyleLbl="bgShp" presStyleIdx="3" presStyleCnt="5"/>
      <dgm:spPr/>
    </dgm:pt>
    <dgm:pt modelId="{3A0ABA9B-70BA-4D17-9953-6C4E31E472A8}" type="pres">
      <dgm:prSet presAssocID="{4642AB9D-9862-4D79-88D7-E7B23D97A81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6EA9680B-B807-4290-B29E-C44C04AAE8E4}" type="pres">
      <dgm:prSet presAssocID="{4642AB9D-9862-4D79-88D7-E7B23D97A810}" presName="spaceRect" presStyleCnt="0"/>
      <dgm:spPr/>
    </dgm:pt>
    <dgm:pt modelId="{4356C59A-576B-4A30-8214-BD4B110E9840}" type="pres">
      <dgm:prSet presAssocID="{4642AB9D-9862-4D79-88D7-E7B23D97A810}" presName="textRect" presStyleLbl="revTx" presStyleIdx="3" presStyleCnt="5">
        <dgm:presLayoutVars>
          <dgm:chMax val="1"/>
          <dgm:chPref val="1"/>
        </dgm:presLayoutVars>
      </dgm:prSet>
      <dgm:spPr/>
    </dgm:pt>
    <dgm:pt modelId="{3FF25B74-C163-4656-BDAD-0B7A87A5E7C7}" type="pres">
      <dgm:prSet presAssocID="{6DAD0062-DC19-4B52-832E-1EC157319E29}" presName="sibTrans" presStyleLbl="sibTrans2D1" presStyleIdx="0" presStyleCnt="0"/>
      <dgm:spPr/>
    </dgm:pt>
    <dgm:pt modelId="{9ABB6BF1-BC6B-4C0A-8DA7-8CEB4C5E114B}" type="pres">
      <dgm:prSet presAssocID="{59EA65F3-E71C-4336-8C76-5068B8BD4E7E}" presName="compNode" presStyleCnt="0"/>
      <dgm:spPr/>
    </dgm:pt>
    <dgm:pt modelId="{4A0716F4-093E-41FF-B7C5-0B9AE03AA9FB}" type="pres">
      <dgm:prSet presAssocID="{59EA65F3-E71C-4336-8C76-5068B8BD4E7E}" presName="iconBgRect" presStyleLbl="bgShp" presStyleIdx="4" presStyleCnt="5"/>
      <dgm:spPr/>
    </dgm:pt>
    <dgm:pt modelId="{1075F409-38B2-4CCD-8EED-980AC285A659}" type="pres">
      <dgm:prSet presAssocID="{59EA65F3-E71C-4336-8C76-5068B8BD4E7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ull Battery"/>
        </a:ext>
      </dgm:extLst>
    </dgm:pt>
    <dgm:pt modelId="{A742AFF1-EE25-4959-AC28-4BDBEE0F287F}" type="pres">
      <dgm:prSet presAssocID="{59EA65F3-E71C-4336-8C76-5068B8BD4E7E}" presName="spaceRect" presStyleCnt="0"/>
      <dgm:spPr/>
    </dgm:pt>
    <dgm:pt modelId="{8DD2096C-F198-4C6A-BDF4-407C64B2CCCB}" type="pres">
      <dgm:prSet presAssocID="{59EA65F3-E71C-4336-8C76-5068B8BD4E7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1C38E607-CB50-4103-AE09-6F0CEFB9D915}" srcId="{C3E173F5-0F95-45AB-8150-E434CB43F7DF}" destId="{59EA65F3-E71C-4336-8C76-5068B8BD4E7E}" srcOrd="4" destOrd="0" parTransId="{D4A12AC2-AB87-46DC-A83C-2F00DE3803F8}" sibTransId="{7DD1B791-0342-41A2-9940-2D567206A4AE}"/>
    <dgm:cxn modelId="{A9476808-71E0-5740-A4FC-AB63FDADEFC2}" type="presOf" srcId="{A60B2C1A-0C79-491F-804C-9D87BBA679B1}" destId="{5C9202CC-B456-4713-B1A3-F1C6411F91B0}" srcOrd="0" destOrd="0" presId="urn:microsoft.com/office/officeart/2018/2/layout/IconCircleList"/>
    <dgm:cxn modelId="{094A672B-D546-5642-9923-EBC0716B80E4}" type="presOf" srcId="{8010F6F7-CA08-4D5B-B046-45FC71CEBD53}" destId="{45FB3BE0-C115-4224-B476-B686F298B875}" srcOrd="0" destOrd="0" presId="urn:microsoft.com/office/officeart/2018/2/layout/IconCircleList"/>
    <dgm:cxn modelId="{0C18E038-7B58-46E5-9DAE-E8E230DB670E}" srcId="{C3E173F5-0F95-45AB-8150-E434CB43F7DF}" destId="{8010F6F7-CA08-4D5B-B046-45FC71CEBD53}" srcOrd="0" destOrd="0" parTransId="{9859EBF9-DC40-47A8-9D93-61F70EA7C77E}" sibTransId="{6B0D12BF-F8CF-4058-9990-0A19FCC210A9}"/>
    <dgm:cxn modelId="{74BBF959-3341-4D87-8D04-78A16743D662}" type="presOf" srcId="{C3E173F5-0F95-45AB-8150-E434CB43F7DF}" destId="{17367A25-6DC9-4D44-8B42-5471C79A27B7}" srcOrd="0" destOrd="0" presId="urn:microsoft.com/office/officeart/2018/2/layout/IconCircleList"/>
    <dgm:cxn modelId="{6CEC4B96-7EE2-8244-9BE7-738AC103FE49}" type="presOf" srcId="{9A177EAE-8A81-4BE4-B8AB-F6CE801593E5}" destId="{C11A15B2-EEAC-4FBF-8CBD-C4FEC724EFC4}" srcOrd="0" destOrd="0" presId="urn:microsoft.com/office/officeart/2018/2/layout/IconCircleList"/>
    <dgm:cxn modelId="{9C5E30A6-9880-4D49-BDAF-C4ECC59A5656}" type="presOf" srcId="{59EA65F3-E71C-4336-8C76-5068B8BD4E7E}" destId="{8DD2096C-F198-4C6A-BDF4-407C64B2CCCB}" srcOrd="0" destOrd="0" presId="urn:microsoft.com/office/officeart/2018/2/layout/IconCircleList"/>
    <dgm:cxn modelId="{2018ACA9-B85F-4C9F-8257-F5692A9F26FD}" srcId="{C3E173F5-0F95-45AB-8150-E434CB43F7DF}" destId="{A60B2C1A-0C79-491F-804C-9D87BBA679B1}" srcOrd="1" destOrd="0" parTransId="{AFEBC556-DDB6-41DC-BE4B-DC8E90ABF45C}" sibTransId="{9A177EAE-8A81-4BE4-B8AB-F6CE801593E5}"/>
    <dgm:cxn modelId="{CECCEFB1-C2DF-C243-B232-7BE71A21FD57}" type="presOf" srcId="{6DAD0062-DC19-4B52-832E-1EC157319E29}" destId="{3FF25B74-C163-4656-BDAD-0B7A87A5E7C7}" srcOrd="0" destOrd="0" presId="urn:microsoft.com/office/officeart/2018/2/layout/IconCircleList"/>
    <dgm:cxn modelId="{4C1F0CB3-1610-49A9-BFE5-7749781245E3}" srcId="{C3E173F5-0F95-45AB-8150-E434CB43F7DF}" destId="{4642AB9D-9862-4D79-88D7-E7B23D97A810}" srcOrd="3" destOrd="0" parTransId="{227F5657-7739-4499-AD95-50FCF39147A6}" sibTransId="{6DAD0062-DC19-4B52-832E-1EC157319E29}"/>
    <dgm:cxn modelId="{520868B7-862E-FA41-A850-85EF898294FE}" type="presOf" srcId="{875EE306-CBCD-4A6B-8351-B693E32388F8}" destId="{5BED58F9-77B5-40FF-9D5D-DAE8C4BFDB69}" srcOrd="0" destOrd="0" presId="urn:microsoft.com/office/officeart/2018/2/layout/IconCircleList"/>
    <dgm:cxn modelId="{9AAA92CA-22E0-EE4F-8EAF-495BFF6A5433}" type="presOf" srcId="{DDA21F26-D411-4722-BFF9-A5910D9B6444}" destId="{AEF53B86-AA58-4BBD-A152-65630B67CE9D}" srcOrd="0" destOrd="0" presId="urn:microsoft.com/office/officeart/2018/2/layout/IconCircleList"/>
    <dgm:cxn modelId="{588C38D4-ACFF-1E41-807F-692AD6F178A0}" type="presOf" srcId="{6B0D12BF-F8CF-4058-9990-0A19FCC210A9}" destId="{242E6D13-AAB5-3247-B815-AEAF9EF6B8BA}" srcOrd="0" destOrd="0" presId="urn:microsoft.com/office/officeart/2018/2/layout/IconCircleList"/>
    <dgm:cxn modelId="{3F4451D5-3424-7A44-8F81-765796B76974}" type="presOf" srcId="{4642AB9D-9862-4D79-88D7-E7B23D97A810}" destId="{4356C59A-576B-4A30-8214-BD4B110E9840}" srcOrd="0" destOrd="0" presId="urn:microsoft.com/office/officeart/2018/2/layout/IconCircleList"/>
    <dgm:cxn modelId="{095EBBE5-151B-46D0-9979-08BC1D3533CC}" srcId="{C3E173F5-0F95-45AB-8150-E434CB43F7DF}" destId="{DDA21F26-D411-4722-BFF9-A5910D9B6444}" srcOrd="2" destOrd="0" parTransId="{F154CA08-A730-423B-A82C-0411A672FA41}" sibTransId="{875EE306-CBCD-4A6B-8351-B693E32388F8}"/>
    <dgm:cxn modelId="{912B3F0C-5D50-9D42-B674-8B3ED91E03C2}" type="presParOf" srcId="{17367A25-6DC9-4D44-8B42-5471C79A27B7}" destId="{B05D7851-3310-4E77-99F5-1BBC91D2C024}" srcOrd="0" destOrd="0" presId="urn:microsoft.com/office/officeart/2018/2/layout/IconCircleList"/>
    <dgm:cxn modelId="{DB5C11F6-311E-FE48-9614-9934577CC50C}" type="presParOf" srcId="{B05D7851-3310-4E77-99F5-1BBC91D2C024}" destId="{60552C76-2BBE-4681-84F0-15B7849DC837}" srcOrd="0" destOrd="0" presId="urn:microsoft.com/office/officeart/2018/2/layout/IconCircleList"/>
    <dgm:cxn modelId="{0E32CEBD-253A-FF40-8AD7-2D6468306750}" type="presParOf" srcId="{60552C76-2BBE-4681-84F0-15B7849DC837}" destId="{F1260DAB-6241-4C37-96F3-578F8698ED3B}" srcOrd="0" destOrd="0" presId="urn:microsoft.com/office/officeart/2018/2/layout/IconCircleList"/>
    <dgm:cxn modelId="{0DE88149-925F-3F4D-AE25-BB8E9A714050}" type="presParOf" srcId="{60552C76-2BBE-4681-84F0-15B7849DC837}" destId="{99A04DE5-6CA2-4F18-A194-7202B10BED18}" srcOrd="1" destOrd="0" presId="urn:microsoft.com/office/officeart/2018/2/layout/IconCircleList"/>
    <dgm:cxn modelId="{94FC458B-9849-CB4F-AD83-1891BE6EADE5}" type="presParOf" srcId="{60552C76-2BBE-4681-84F0-15B7849DC837}" destId="{3013C59B-EAD8-4566-9CCE-969D744F9668}" srcOrd="2" destOrd="0" presId="urn:microsoft.com/office/officeart/2018/2/layout/IconCircleList"/>
    <dgm:cxn modelId="{80848495-23B1-8848-B963-3B3372833647}" type="presParOf" srcId="{60552C76-2BBE-4681-84F0-15B7849DC837}" destId="{45FB3BE0-C115-4224-B476-B686F298B875}" srcOrd="3" destOrd="0" presId="urn:microsoft.com/office/officeart/2018/2/layout/IconCircleList"/>
    <dgm:cxn modelId="{6A00F087-EC3C-F646-8D13-9B44316C68CC}" type="presParOf" srcId="{B05D7851-3310-4E77-99F5-1BBC91D2C024}" destId="{242E6D13-AAB5-3247-B815-AEAF9EF6B8BA}" srcOrd="1" destOrd="0" presId="urn:microsoft.com/office/officeart/2018/2/layout/IconCircleList"/>
    <dgm:cxn modelId="{27C55264-90D3-1E4D-9B65-A393897F69EE}" type="presParOf" srcId="{B05D7851-3310-4E77-99F5-1BBC91D2C024}" destId="{5796BADB-B14D-4E93-98E5-BE36123ABF49}" srcOrd="2" destOrd="0" presId="urn:microsoft.com/office/officeart/2018/2/layout/IconCircleList"/>
    <dgm:cxn modelId="{3F9AEDF3-A65E-0F44-8FB3-B576C208667A}" type="presParOf" srcId="{5796BADB-B14D-4E93-98E5-BE36123ABF49}" destId="{A108407D-53CE-47E1-A028-4930F741A651}" srcOrd="0" destOrd="0" presId="urn:microsoft.com/office/officeart/2018/2/layout/IconCircleList"/>
    <dgm:cxn modelId="{0F554928-C8E7-2D40-8E5E-729FCC71147B}" type="presParOf" srcId="{5796BADB-B14D-4E93-98E5-BE36123ABF49}" destId="{FD4141C0-0084-401F-8E93-0A84163D67D4}" srcOrd="1" destOrd="0" presId="urn:microsoft.com/office/officeart/2018/2/layout/IconCircleList"/>
    <dgm:cxn modelId="{DF2E9E8E-17F5-5D43-AA31-AF3ECEC05999}" type="presParOf" srcId="{5796BADB-B14D-4E93-98E5-BE36123ABF49}" destId="{50F895B2-0E7B-4FB4-8921-714289FB5980}" srcOrd="2" destOrd="0" presId="urn:microsoft.com/office/officeart/2018/2/layout/IconCircleList"/>
    <dgm:cxn modelId="{8325ABD9-62A0-8549-B051-DE18D7EFA468}" type="presParOf" srcId="{5796BADB-B14D-4E93-98E5-BE36123ABF49}" destId="{5C9202CC-B456-4713-B1A3-F1C6411F91B0}" srcOrd="3" destOrd="0" presId="urn:microsoft.com/office/officeart/2018/2/layout/IconCircleList"/>
    <dgm:cxn modelId="{02925997-EB8D-2C42-852D-4ACA2CD857FD}" type="presParOf" srcId="{B05D7851-3310-4E77-99F5-1BBC91D2C024}" destId="{C11A15B2-EEAC-4FBF-8CBD-C4FEC724EFC4}" srcOrd="3" destOrd="0" presId="urn:microsoft.com/office/officeart/2018/2/layout/IconCircleList"/>
    <dgm:cxn modelId="{A7A4A52F-49F6-0E43-B327-DAE434622DF6}" type="presParOf" srcId="{B05D7851-3310-4E77-99F5-1BBC91D2C024}" destId="{688C47B6-7817-4F24-A33C-F7213D24F645}" srcOrd="4" destOrd="0" presId="urn:microsoft.com/office/officeart/2018/2/layout/IconCircleList"/>
    <dgm:cxn modelId="{050B7F21-5C20-6D47-86C2-BCEC642BEEF8}" type="presParOf" srcId="{688C47B6-7817-4F24-A33C-F7213D24F645}" destId="{88125AEB-575E-4772-8F2C-4B78416956A5}" srcOrd="0" destOrd="0" presId="urn:microsoft.com/office/officeart/2018/2/layout/IconCircleList"/>
    <dgm:cxn modelId="{93F84FBD-0EB6-C34E-B4A5-DE2AD9A926B4}" type="presParOf" srcId="{688C47B6-7817-4F24-A33C-F7213D24F645}" destId="{1DA4A229-7256-48F1-9D84-5DEB46BFD266}" srcOrd="1" destOrd="0" presId="urn:microsoft.com/office/officeart/2018/2/layout/IconCircleList"/>
    <dgm:cxn modelId="{BF74F64E-EF47-5643-A534-68827063EB43}" type="presParOf" srcId="{688C47B6-7817-4F24-A33C-F7213D24F645}" destId="{79A8F734-C549-4822-803F-40BBEF121159}" srcOrd="2" destOrd="0" presId="urn:microsoft.com/office/officeart/2018/2/layout/IconCircleList"/>
    <dgm:cxn modelId="{4C6650F7-6D03-2E40-81A2-4BD4759E058C}" type="presParOf" srcId="{688C47B6-7817-4F24-A33C-F7213D24F645}" destId="{AEF53B86-AA58-4BBD-A152-65630B67CE9D}" srcOrd="3" destOrd="0" presId="urn:microsoft.com/office/officeart/2018/2/layout/IconCircleList"/>
    <dgm:cxn modelId="{EBB8F6B6-5C62-C148-B3CD-237CB4E297BE}" type="presParOf" srcId="{B05D7851-3310-4E77-99F5-1BBC91D2C024}" destId="{5BED58F9-77B5-40FF-9D5D-DAE8C4BFDB69}" srcOrd="5" destOrd="0" presId="urn:microsoft.com/office/officeart/2018/2/layout/IconCircleList"/>
    <dgm:cxn modelId="{9AA206EE-6D4B-B949-8420-5884177560B6}" type="presParOf" srcId="{B05D7851-3310-4E77-99F5-1BBC91D2C024}" destId="{18B0AA9F-7B2B-42D1-B712-D274BEF4D034}" srcOrd="6" destOrd="0" presId="urn:microsoft.com/office/officeart/2018/2/layout/IconCircleList"/>
    <dgm:cxn modelId="{B3F78FAE-2578-E947-B1C1-5127BA377FEF}" type="presParOf" srcId="{18B0AA9F-7B2B-42D1-B712-D274BEF4D034}" destId="{750CEB9E-1315-4BB0-988B-233B44BA1D64}" srcOrd="0" destOrd="0" presId="urn:microsoft.com/office/officeart/2018/2/layout/IconCircleList"/>
    <dgm:cxn modelId="{03E918CB-4F70-0C4B-A4FF-8F4249B9D39B}" type="presParOf" srcId="{18B0AA9F-7B2B-42D1-B712-D274BEF4D034}" destId="{3A0ABA9B-70BA-4D17-9953-6C4E31E472A8}" srcOrd="1" destOrd="0" presId="urn:microsoft.com/office/officeart/2018/2/layout/IconCircleList"/>
    <dgm:cxn modelId="{82340304-F75E-7B47-9CAE-10B3E0289F34}" type="presParOf" srcId="{18B0AA9F-7B2B-42D1-B712-D274BEF4D034}" destId="{6EA9680B-B807-4290-B29E-C44C04AAE8E4}" srcOrd="2" destOrd="0" presId="urn:microsoft.com/office/officeart/2018/2/layout/IconCircleList"/>
    <dgm:cxn modelId="{D31D56C7-E7D7-7D45-9F03-7B42DA3C0BE3}" type="presParOf" srcId="{18B0AA9F-7B2B-42D1-B712-D274BEF4D034}" destId="{4356C59A-576B-4A30-8214-BD4B110E9840}" srcOrd="3" destOrd="0" presId="urn:microsoft.com/office/officeart/2018/2/layout/IconCircleList"/>
    <dgm:cxn modelId="{685DDB96-2832-9242-B74A-EC051C921E80}" type="presParOf" srcId="{B05D7851-3310-4E77-99F5-1BBC91D2C024}" destId="{3FF25B74-C163-4656-BDAD-0B7A87A5E7C7}" srcOrd="7" destOrd="0" presId="urn:microsoft.com/office/officeart/2018/2/layout/IconCircleList"/>
    <dgm:cxn modelId="{DE96B772-EEE8-724A-83B7-1D98CD3D4708}" type="presParOf" srcId="{B05D7851-3310-4E77-99F5-1BBC91D2C024}" destId="{9ABB6BF1-BC6B-4C0A-8DA7-8CEB4C5E114B}" srcOrd="8" destOrd="0" presId="urn:microsoft.com/office/officeart/2018/2/layout/IconCircleList"/>
    <dgm:cxn modelId="{651143D0-9385-904A-9147-CB07A83F8BFE}" type="presParOf" srcId="{9ABB6BF1-BC6B-4C0A-8DA7-8CEB4C5E114B}" destId="{4A0716F4-093E-41FF-B7C5-0B9AE03AA9FB}" srcOrd="0" destOrd="0" presId="urn:microsoft.com/office/officeart/2018/2/layout/IconCircleList"/>
    <dgm:cxn modelId="{62A822CD-60E9-F64A-BB23-B4D42D27E597}" type="presParOf" srcId="{9ABB6BF1-BC6B-4C0A-8DA7-8CEB4C5E114B}" destId="{1075F409-38B2-4CCD-8EED-980AC285A659}" srcOrd="1" destOrd="0" presId="urn:microsoft.com/office/officeart/2018/2/layout/IconCircleList"/>
    <dgm:cxn modelId="{7A19FE59-9904-6449-BAD9-08AF8720C5D6}" type="presParOf" srcId="{9ABB6BF1-BC6B-4C0A-8DA7-8CEB4C5E114B}" destId="{A742AFF1-EE25-4959-AC28-4BDBEE0F287F}" srcOrd="2" destOrd="0" presId="urn:microsoft.com/office/officeart/2018/2/layout/IconCircleList"/>
    <dgm:cxn modelId="{E86211D5-1E15-7447-8884-0AAA430ED30A}" type="presParOf" srcId="{9ABB6BF1-BC6B-4C0A-8DA7-8CEB4C5E114B}" destId="{8DD2096C-F198-4C6A-BDF4-407C64B2CCC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260DAB-6241-4C37-96F3-578F8698ED3B}">
      <dsp:nvSpPr>
        <dsp:cNvPr id="0" name=""/>
        <dsp:cNvSpPr/>
      </dsp:nvSpPr>
      <dsp:spPr>
        <a:xfrm>
          <a:off x="134983" y="762070"/>
          <a:ext cx="903394" cy="903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A04DE5-6CA2-4F18-A194-7202B10BED18}">
      <dsp:nvSpPr>
        <dsp:cNvPr id="0" name=""/>
        <dsp:cNvSpPr/>
      </dsp:nvSpPr>
      <dsp:spPr>
        <a:xfrm>
          <a:off x="324696" y="951782"/>
          <a:ext cx="523968" cy="5239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FB3BE0-C115-4224-B476-B686F298B875}">
      <dsp:nvSpPr>
        <dsp:cNvPr id="0" name=""/>
        <dsp:cNvSpPr/>
      </dsp:nvSpPr>
      <dsp:spPr>
        <a:xfrm>
          <a:off x="1231962" y="762070"/>
          <a:ext cx="2129429" cy="903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Testing </a:t>
          </a:r>
        </a:p>
      </dsp:txBody>
      <dsp:txXfrm>
        <a:off x="1231962" y="762070"/>
        <a:ext cx="2129429" cy="903394"/>
      </dsp:txXfrm>
    </dsp:sp>
    <dsp:sp modelId="{A108407D-53CE-47E1-A028-4930F741A651}">
      <dsp:nvSpPr>
        <dsp:cNvPr id="0" name=""/>
        <dsp:cNvSpPr/>
      </dsp:nvSpPr>
      <dsp:spPr>
        <a:xfrm>
          <a:off x="3732428" y="762070"/>
          <a:ext cx="903394" cy="903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4141C0-0084-401F-8E93-0A84163D67D4}">
      <dsp:nvSpPr>
        <dsp:cNvPr id="0" name=""/>
        <dsp:cNvSpPr/>
      </dsp:nvSpPr>
      <dsp:spPr>
        <a:xfrm>
          <a:off x="3922141" y="951782"/>
          <a:ext cx="523968" cy="5239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9202CC-B456-4713-B1A3-F1C6411F91B0}">
      <dsp:nvSpPr>
        <dsp:cNvPr id="0" name=""/>
        <dsp:cNvSpPr/>
      </dsp:nvSpPr>
      <dsp:spPr>
        <a:xfrm>
          <a:off x="4829407" y="762070"/>
          <a:ext cx="2129429" cy="903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TET Circuit </a:t>
          </a:r>
        </a:p>
      </dsp:txBody>
      <dsp:txXfrm>
        <a:off x="4829407" y="762070"/>
        <a:ext cx="2129429" cy="903394"/>
      </dsp:txXfrm>
    </dsp:sp>
    <dsp:sp modelId="{88125AEB-575E-4772-8F2C-4B78416956A5}">
      <dsp:nvSpPr>
        <dsp:cNvPr id="0" name=""/>
        <dsp:cNvSpPr/>
      </dsp:nvSpPr>
      <dsp:spPr>
        <a:xfrm>
          <a:off x="7329873" y="762070"/>
          <a:ext cx="903394" cy="903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A4A229-7256-48F1-9D84-5DEB46BFD266}">
      <dsp:nvSpPr>
        <dsp:cNvPr id="0" name=""/>
        <dsp:cNvSpPr/>
      </dsp:nvSpPr>
      <dsp:spPr>
        <a:xfrm>
          <a:off x="7519586" y="951782"/>
          <a:ext cx="523968" cy="5239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F53B86-AA58-4BBD-A152-65630B67CE9D}">
      <dsp:nvSpPr>
        <dsp:cNvPr id="0" name=""/>
        <dsp:cNvSpPr/>
      </dsp:nvSpPr>
      <dsp:spPr>
        <a:xfrm>
          <a:off x="8426852" y="762070"/>
          <a:ext cx="2129429" cy="903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Motor </a:t>
          </a:r>
        </a:p>
      </dsp:txBody>
      <dsp:txXfrm>
        <a:off x="8426852" y="762070"/>
        <a:ext cx="2129429" cy="903394"/>
      </dsp:txXfrm>
    </dsp:sp>
    <dsp:sp modelId="{750CEB9E-1315-4BB0-988B-233B44BA1D64}">
      <dsp:nvSpPr>
        <dsp:cNvPr id="0" name=""/>
        <dsp:cNvSpPr/>
      </dsp:nvSpPr>
      <dsp:spPr>
        <a:xfrm>
          <a:off x="134983" y="2347702"/>
          <a:ext cx="903394" cy="903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0ABA9B-70BA-4D17-9953-6C4E31E472A8}">
      <dsp:nvSpPr>
        <dsp:cNvPr id="0" name=""/>
        <dsp:cNvSpPr/>
      </dsp:nvSpPr>
      <dsp:spPr>
        <a:xfrm>
          <a:off x="324696" y="2537415"/>
          <a:ext cx="523968" cy="52396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56C59A-576B-4A30-8214-BD4B110E9840}">
      <dsp:nvSpPr>
        <dsp:cNvPr id="0" name=""/>
        <dsp:cNvSpPr/>
      </dsp:nvSpPr>
      <dsp:spPr>
        <a:xfrm>
          <a:off x="1231962" y="2347702"/>
          <a:ext cx="2129429" cy="903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Control </a:t>
          </a:r>
        </a:p>
      </dsp:txBody>
      <dsp:txXfrm>
        <a:off x="1231962" y="2347702"/>
        <a:ext cx="2129429" cy="903394"/>
      </dsp:txXfrm>
    </dsp:sp>
    <dsp:sp modelId="{4A0716F4-093E-41FF-B7C5-0B9AE03AA9FB}">
      <dsp:nvSpPr>
        <dsp:cNvPr id="0" name=""/>
        <dsp:cNvSpPr/>
      </dsp:nvSpPr>
      <dsp:spPr>
        <a:xfrm>
          <a:off x="3732428" y="2347702"/>
          <a:ext cx="903394" cy="903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75F409-38B2-4CCD-8EED-980AC285A659}">
      <dsp:nvSpPr>
        <dsp:cNvPr id="0" name=""/>
        <dsp:cNvSpPr/>
      </dsp:nvSpPr>
      <dsp:spPr>
        <a:xfrm>
          <a:off x="3922141" y="2537415"/>
          <a:ext cx="523968" cy="52396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D2096C-F198-4C6A-BDF4-407C64B2CCCB}">
      <dsp:nvSpPr>
        <dsp:cNvPr id="0" name=""/>
        <dsp:cNvSpPr/>
      </dsp:nvSpPr>
      <dsp:spPr>
        <a:xfrm>
          <a:off x="4829407" y="2347702"/>
          <a:ext cx="2129429" cy="903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Batteries </a:t>
          </a:r>
        </a:p>
      </dsp:txBody>
      <dsp:txXfrm>
        <a:off x="4829407" y="2347702"/>
        <a:ext cx="2129429" cy="9033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635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747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49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239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815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823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65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952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10/22/2025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45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5309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6163171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51425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8922405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5339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9463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47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170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864F2-39ED-B368-8A07-D4C9F1D7B8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4337" y="1265314"/>
            <a:ext cx="4299666" cy="3249131"/>
          </a:xfrm>
        </p:spPr>
        <p:txBody>
          <a:bodyPr>
            <a:normAutofit/>
          </a:bodyPr>
          <a:lstStyle/>
          <a:p>
            <a:pPr algn="l"/>
            <a:r>
              <a:rPr lang="en-US" sz="7200" dirty="0"/>
              <a:t>Preseason Intro</a:t>
            </a:r>
          </a:p>
        </p:txBody>
      </p:sp>
      <p:sp>
        <p:nvSpPr>
          <p:cNvPr id="1033" name="Isosceles Triangle 1032">
            <a:extLst>
              <a:ext uri="{FF2B5EF4-FFF2-40B4-BE49-F238E27FC236}">
                <a16:creationId xmlns:a16="http://schemas.microsoft.com/office/drawing/2014/main" id="{DC99427B-A97E-40A3-B1FD-4557346C6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28" name="Picture 4" descr="How to Design Wireless Charger Circuits">
            <a:extLst>
              <a:ext uri="{FF2B5EF4-FFF2-40B4-BE49-F238E27FC236}">
                <a16:creationId xmlns:a16="http://schemas.microsoft.com/office/drawing/2014/main" id="{774E86FC-FAB1-FE0A-8D0B-EAF088110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8604" y="1799617"/>
            <a:ext cx="3765692" cy="3266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8896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7D1C5-418E-80C9-5E67-9EB53AD2E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Groups </a:t>
            </a:r>
            <a:endParaRPr lang="en-US" dirty="0"/>
          </a:p>
        </p:txBody>
      </p:sp>
      <p:graphicFrame>
        <p:nvGraphicFramePr>
          <p:cNvPr id="37" name="Content Placeholder 2">
            <a:extLst>
              <a:ext uri="{FF2B5EF4-FFF2-40B4-BE49-F238E27FC236}">
                <a16:creationId xmlns:a16="http://schemas.microsoft.com/office/drawing/2014/main" id="{96CDAB2B-B28B-A783-98B5-C8FACC0188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8779226"/>
              </p:ext>
            </p:extLst>
          </p:nvPr>
        </p:nvGraphicFramePr>
        <p:xfrm>
          <a:off x="700635" y="1948721"/>
          <a:ext cx="10691265" cy="40131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8937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CB012-AD59-0DB5-3FC8-35EBBA6E6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9562" y="609600"/>
            <a:ext cx="6424440" cy="1320800"/>
          </a:xfrm>
        </p:spPr>
        <p:txBody>
          <a:bodyPr>
            <a:normAutofit/>
          </a:bodyPr>
          <a:lstStyle/>
          <a:p>
            <a:r>
              <a:rPr lang="en-US" dirty="0"/>
              <a:t>Testing</a:t>
            </a:r>
          </a:p>
        </p:txBody>
      </p:sp>
      <p:pic>
        <p:nvPicPr>
          <p:cNvPr id="6" name="Picture 5" descr="A close-up of a copper wire&#10;&#10;AI-generated content may be incorrect.">
            <a:extLst>
              <a:ext uri="{FF2B5EF4-FFF2-40B4-BE49-F238E27FC236}">
                <a16:creationId xmlns:a16="http://schemas.microsoft.com/office/drawing/2014/main" id="{FF5A6D0E-E0BE-5F7D-AD3B-E3DB7F2DD8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33" t="561" r="5937" b="7413"/>
          <a:stretch>
            <a:fillRect/>
          </a:stretch>
        </p:blipFill>
        <p:spPr>
          <a:xfrm>
            <a:off x="20" y="10"/>
            <a:ext cx="2734036" cy="6867719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461457" y="6858000"/>
                </a:lnTo>
                <a:lnTo>
                  <a:pt x="0" y="4134118"/>
                </a:lnTo>
                <a:close/>
              </a:path>
            </a:pathLst>
          </a:custGeom>
        </p:spPr>
      </p:pic>
      <p:sp>
        <p:nvSpPr>
          <p:cNvPr id="31" name="Isosceles Triangle 10">
            <a:extLst>
              <a:ext uri="{FF2B5EF4-FFF2-40B4-BE49-F238E27FC236}">
                <a16:creationId xmlns:a16="http://schemas.microsoft.com/office/drawing/2014/main" id="{ECD25CC7-FC66-488C-8D61-0FE7ECF16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1"/>
            <a:ext cx="476655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67850-5DAA-9511-088D-82900B41B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4056" y="1663700"/>
            <a:ext cx="6942138" cy="44157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ü"/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Constructed transmitter and receiver coils and arranged them in planar shapes using a 3D-printed mold</a:t>
            </a:r>
          </a:p>
          <a:p>
            <a:pPr>
              <a:lnSpc>
                <a:spcPct val="90000"/>
              </a:lnSpc>
              <a:buFont typeface="Wingdings" pitchFamily="2" charset="2"/>
              <a:buChar char="ü"/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Created 10mm artificial human skin using silicone and a mold </a:t>
            </a:r>
          </a:p>
          <a:p>
            <a:pPr>
              <a:lnSpc>
                <a:spcPct val="90000"/>
              </a:lnSpc>
              <a:buFont typeface="Wingdings" pitchFamily="2" charset="2"/>
              <a:buChar char="ü"/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Done testing on the coils using oscillator and LCR meter</a:t>
            </a:r>
          </a:p>
          <a:p>
            <a:pPr>
              <a:lnSpc>
                <a:spcPct val="90000"/>
              </a:lnSpc>
              <a:buFont typeface="Wingdings" pitchFamily="2" charset="2"/>
              <a:buChar char="ü"/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Extracted resistance, coupling coefficient, and inductance data of the coil  </a:t>
            </a:r>
          </a:p>
          <a:p>
            <a:pPr>
              <a:lnSpc>
                <a:spcPct val="90000"/>
              </a:lnSpc>
              <a:buFont typeface="Wingdings" pitchFamily="2" charset="2"/>
              <a:buChar char="ü"/>
            </a:pPr>
            <a:endParaRPr lang="en-US" dirty="0"/>
          </a:p>
          <a:p>
            <a:pPr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Develop a more detailed and thoughtful plan for coil testing, and repeat the it three times for validation </a:t>
            </a:r>
          </a:p>
          <a:p>
            <a:pPr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Measure the temperature of the coils while inducting using a thermometer</a:t>
            </a:r>
          </a:p>
          <a:p>
            <a:pPr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dirty="0" err="1"/>
              <a:t>Analyse</a:t>
            </a:r>
            <a:r>
              <a:rPr lang="en-US" dirty="0"/>
              <a:t> and develop solutions if temperature surpass safety limit </a:t>
            </a:r>
          </a:p>
          <a:p>
            <a:pPr>
              <a:lnSpc>
                <a:spcPct val="90000"/>
              </a:lnSpc>
              <a:buFont typeface="Courier New" panose="02070309020205020404" pitchFamily="49" charset="0"/>
              <a:buChar char="o"/>
            </a:pPr>
            <a:endParaRPr lang="en-US" dirty="0"/>
          </a:p>
          <a:p>
            <a:pPr>
              <a:lnSpc>
                <a:spcPct val="90000"/>
              </a:lnSpc>
              <a:buFont typeface="Wingdings" pitchFamily="2" charset="2"/>
              <a:buChar char="ü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435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8410E-0B68-E1EA-3689-72FD30AEC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TET Circuit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9466D-ECF6-1EDB-45F1-A86D5BA83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775188"/>
            <a:ext cx="8911166" cy="3880773"/>
          </a:xfrm>
        </p:spPr>
        <p:txBody>
          <a:bodyPr/>
          <a:lstStyle/>
          <a:p>
            <a:pPr>
              <a:lnSpc>
                <a:spcPct val="100000"/>
              </a:lnSpc>
              <a:buFont typeface="Wingdings" pitchFamily="2" charset="2"/>
              <a:buChar char="ü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Developed inverter, rectifier, and boost converter circuit on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LTSpice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that meets the voltage and current requirement </a:t>
            </a:r>
          </a:p>
          <a:p>
            <a:pPr>
              <a:lnSpc>
                <a:spcPct val="100000"/>
              </a:lnSpc>
              <a:buFont typeface="Wingdings" pitchFamily="2" charset="2"/>
              <a:buChar char="ü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Converted the circuit schematics to PCB on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KiCAD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00000"/>
              </a:lnSpc>
              <a:buFont typeface="Wingdings" pitchFamily="2" charset="2"/>
              <a:buChar char="ü"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GB" sz="2000" dirty="0"/>
              <a:t>Calculate the total circuit resistance and corresponding power loss; re-evaluate component choices and, where possible, substitute parts with lower series resistance while maintaining circuit performance.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sz="2000" dirty="0"/>
              <a:t>Refine PCB design with a focus of footprint and power loss minimization</a:t>
            </a:r>
            <a:endParaRPr lang="en-US" sz="2000" dirty="0"/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" name="Picture 5" descr="A diagram of a circuit board&#10;&#10;AI-generated content may be incorrect.">
            <a:extLst>
              <a:ext uri="{FF2B5EF4-FFF2-40B4-BE49-F238E27FC236}">
                <a16:creationId xmlns:a16="http://schemas.microsoft.com/office/drawing/2014/main" id="{E0ACEAAD-604D-8750-6717-F006A22DF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058" y="878444"/>
            <a:ext cx="5502944" cy="1728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656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66041-38AD-7B91-54B4-175852643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548" y="335419"/>
            <a:ext cx="4924878" cy="1320800"/>
          </a:xfrm>
        </p:spPr>
        <p:txBody>
          <a:bodyPr anchor="ctr">
            <a:normAutofit/>
          </a:bodyPr>
          <a:lstStyle/>
          <a:p>
            <a:r>
              <a:rPr lang="en-US" dirty="0"/>
              <a:t>Motor </a:t>
            </a:r>
          </a:p>
        </p:txBody>
      </p:sp>
      <p:pic>
        <p:nvPicPr>
          <p:cNvPr id="5" name="Picture 4" descr="A drawing of a circular object&#10;&#10;AI-generated content may be incorrect.">
            <a:extLst>
              <a:ext uri="{FF2B5EF4-FFF2-40B4-BE49-F238E27FC236}">
                <a16:creationId xmlns:a16="http://schemas.microsoft.com/office/drawing/2014/main" id="{47F1164E-C165-43C4-E8AA-8A7E0585B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814" y="2084314"/>
            <a:ext cx="3251701" cy="253632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21AAC-18FC-B671-2811-19B6D392B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1232" y="1944317"/>
            <a:ext cx="5746855" cy="371411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Built basic CAD for the YASA motor and initiated magnetic ANSYS analysis on it</a:t>
            </a:r>
          </a:p>
          <a:p>
            <a:endParaRPr lang="en-US" sz="24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2200" dirty="0"/>
              <a:t>Discuss the purpose of the ANSYS analysis, as well as the motor’s power requirement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200" dirty="0"/>
              <a:t>Select motor material and refine CAD design with a focus on size and weight </a:t>
            </a:r>
            <a:r>
              <a:rPr lang="en-US" sz="2200" dirty="0" err="1"/>
              <a:t>minimisation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576760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DC8CD-FB03-F662-706B-A4E1FAA0D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9562" y="609600"/>
            <a:ext cx="6424440" cy="1320800"/>
          </a:xfrm>
        </p:spPr>
        <p:txBody>
          <a:bodyPr>
            <a:normAutofit/>
          </a:bodyPr>
          <a:lstStyle/>
          <a:p>
            <a:r>
              <a:rPr lang="en-US" dirty="0"/>
              <a:t>Batteries </a:t>
            </a:r>
          </a:p>
        </p:txBody>
      </p:sp>
      <p:pic>
        <p:nvPicPr>
          <p:cNvPr id="16" name="Picture 15" descr="Multi-colour batteries">
            <a:extLst>
              <a:ext uri="{FF2B5EF4-FFF2-40B4-BE49-F238E27FC236}">
                <a16:creationId xmlns:a16="http://schemas.microsoft.com/office/drawing/2014/main" id="{1D9AA25A-F6FF-AAE9-76CC-498EACEAD6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351" r="26606" b="1994"/>
          <a:stretch>
            <a:fillRect/>
          </a:stretch>
        </p:blipFill>
        <p:spPr>
          <a:xfrm>
            <a:off x="20" y="10"/>
            <a:ext cx="2734036" cy="6867719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461457" y="6858000"/>
                </a:lnTo>
                <a:lnTo>
                  <a:pt x="0" y="4134118"/>
                </a:lnTo>
                <a:close/>
              </a:path>
            </a:pathLst>
          </a:custGeom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ECD25CC7-FC66-488C-8D61-0FE7ECF16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1"/>
            <a:ext cx="476655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0500D95-BC4D-1FEF-5A0B-FF18958CF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9561" y="2160589"/>
            <a:ext cx="6808005" cy="388077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Found lithium batteries that meet the required capacity requirement for internal battery </a:t>
            </a:r>
          </a:p>
          <a:p>
            <a:endParaRPr lang="en-US" sz="20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2200" dirty="0"/>
              <a:t>Continue search into small-sized rechargeable batteries that meets the capacity requirement (15Wh)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200" dirty="0"/>
              <a:t>Determine types of external power source supply and the input requirement for the external circuit 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03046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07AB1-D892-B41E-B5EC-86487821E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B6DCA-8BBC-2961-CAD8-6DB438FA6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595304"/>
            <a:ext cx="9239080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itchFamily="2" charset="2"/>
              <a:buChar char="ü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Created block diagram showing the position of the frequency, battery, motor, and communication control </a:t>
            </a:r>
          </a:p>
          <a:p>
            <a:pPr>
              <a:buFont typeface="Wingdings" pitchFamily="2" charset="2"/>
              <a:buChar char="ü"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dirty="0"/>
              <a:t>Research into the construction of PLL automatic frequency tuning control or better alternative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dirty="0"/>
              <a:t>After </a:t>
            </a:r>
            <a:r>
              <a:rPr lang="en-US" sz="2000" dirty="0" err="1"/>
              <a:t>finalising</a:t>
            </a:r>
            <a:r>
              <a:rPr lang="en-US" sz="2000" dirty="0"/>
              <a:t> the battery choice, find the corresponding battery controller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dirty="0"/>
              <a:t>Select suitable motor drive control for the customized motor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dirty="0"/>
              <a:t>Research into the construction of the internal and external communication (Zigbee or better alternative) 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2B1FA48B-B2E0-34AC-CFF0-E9230A15D7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1E793980-8D23-6067-1651-624FAD3F47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A diagram of a power supply system&#10;&#10;AI-generated content may be incorrect.">
            <a:extLst>
              <a:ext uri="{FF2B5EF4-FFF2-40B4-BE49-F238E27FC236}">
                <a16:creationId xmlns:a16="http://schemas.microsoft.com/office/drawing/2014/main" id="{DDF402A5-3CCD-247D-CFE3-E2E89469B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2947" y="534323"/>
            <a:ext cx="6125212" cy="1908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781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6582886-877C-4AEC-A77F-8055EB9A0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8" name="Freeform 14">
              <a:extLst>
                <a:ext uri="{FF2B5EF4-FFF2-40B4-BE49-F238E27FC236}">
                  <a16:creationId xmlns:a16="http://schemas.microsoft.com/office/drawing/2014/main" id="{171A838D-27EA-485C-9A80-DCE624AB3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059F313-A1BB-425E-9626-2BD43CAC64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9ABF76A-A1AE-44BB-9ECB-D55D2FE29B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5B6D2EC4-82D3-43B8-82D6-028CB43456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520034CE-71F9-4E0F-94D8-99335CB85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1926C6C0-16F7-4CDC-B481-2D19B2F3BF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042CE423-CE6E-4EE9-91F2-3E40EFB40A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699BB4BD-31D7-434C-A6DB-E2CF3ACF60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23D406B8-656A-4D8B-91D0-BF4202C86F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83F4BFB6-D6B8-446C-8E17-3D54DCA9F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ADFFC45-3DC9-4433-926F-043E879D9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5F26A87-0610-435F-AA13-BD658385C9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67230" y="-8468"/>
            <a:ext cx="4763558" cy="6866467"/>
            <a:chOff x="67175" y="-8467"/>
            <a:chExt cx="4763558" cy="686646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6321436-5AAD-4FB6-BB0D-316D4540E8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448300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4B0BD33-3D46-4F43-947A-825DFEF610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67175" y="3681413"/>
              <a:ext cx="4763558" cy="3176587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2E26C27-E1F5-47DC-9F83-469D196C55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58764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95F944E7-2B4E-4AE2-B4DB-846FF8AE0B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80730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FF14952D-390F-46CC-B302-73DDD9C41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9621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867CDE55-B22A-40D0-882A-9452919EE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11788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8C409231-C942-4808-B529-DAC32A7DB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448954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314AB1B-C0EC-BEB7-2466-FC9F1E4AD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1282701"/>
            <a:ext cx="5096060" cy="4307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400" dirty="0"/>
              <a:t>Thank you for your effort!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370F01-B8C9-4CE4-824C-92B2792E6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36497" y="-8468"/>
            <a:ext cx="5074930" cy="6866468"/>
          </a:xfrm>
          <a:custGeom>
            <a:avLst/>
            <a:gdLst>
              <a:gd name="connsiteX0" fmla="*/ 0 w 5074930"/>
              <a:gd name="connsiteY0" fmla="*/ 0 h 6858000"/>
              <a:gd name="connsiteX1" fmla="*/ 1249825 w 5074930"/>
              <a:gd name="connsiteY1" fmla="*/ 0 h 6858000"/>
              <a:gd name="connsiteX2" fmla="*/ 1249825 w 5074930"/>
              <a:gd name="connsiteY2" fmla="*/ 8457 h 6858000"/>
              <a:gd name="connsiteX3" fmla="*/ 5074930 w 5074930"/>
              <a:gd name="connsiteY3" fmla="*/ 8457 h 6858000"/>
              <a:gd name="connsiteX4" fmla="*/ 5074930 w 5074930"/>
              <a:gd name="connsiteY4" fmla="*/ 6858000 h 6858000"/>
              <a:gd name="connsiteX5" fmla="*/ 1249825 w 5074930"/>
              <a:gd name="connsiteY5" fmla="*/ 6858000 h 6858000"/>
              <a:gd name="connsiteX6" fmla="*/ 1109383 w 507493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4930" h="6858000">
                <a:moveTo>
                  <a:pt x="0" y="0"/>
                </a:moveTo>
                <a:lnTo>
                  <a:pt x="1249825" y="0"/>
                </a:lnTo>
                <a:lnTo>
                  <a:pt x="1249825" y="8457"/>
                </a:lnTo>
                <a:lnTo>
                  <a:pt x="5074930" y="8457"/>
                </a:lnTo>
                <a:lnTo>
                  <a:pt x="5074930" y="6858000"/>
                </a:lnTo>
                <a:lnTo>
                  <a:pt x="1249825" y="6858000"/>
                </a:lnTo>
                <a:lnTo>
                  <a:pt x="1109383" y="685800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90757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FA6AAFA421B9418F78D257C3A7E55F" ma:contentTypeVersion="13" ma:contentTypeDescription="Create a new document." ma:contentTypeScope="" ma:versionID="30b4422dbb140da9a0e48d7138c42df5">
  <xsd:schema xmlns:xsd="http://www.w3.org/2001/XMLSchema" xmlns:xs="http://www.w3.org/2001/XMLSchema" xmlns:p="http://schemas.microsoft.com/office/2006/metadata/properties" xmlns:ns2="f7fa545e-6ab3-4693-ba7e-0093980d26aa" xmlns:ns3="e0b53bdb-ad15-4542-b509-5814b2c15ecb" targetNamespace="http://schemas.microsoft.com/office/2006/metadata/properties" ma:root="true" ma:fieldsID="6845d2288d5cc41e409429ecfe7a8840" ns2:_="" ns3:_="">
    <xsd:import namespace="f7fa545e-6ab3-4693-ba7e-0093980d26aa"/>
    <xsd:import namespace="e0b53bdb-ad15-4542-b509-5814b2c15e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fa545e-6ab3-4693-ba7e-0093980d26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b53bdb-ad15-4542-b509-5814b2c15ec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21481f0-cbe1-4fe5-852c-01962b083b4e}" ma:internalName="TaxCatchAll" ma:showField="CatchAllData" ma:web="e0b53bdb-ad15-4542-b509-5814b2c15e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fa545e-6ab3-4693-ba7e-0093980d26aa">
      <Terms xmlns="http://schemas.microsoft.com/office/infopath/2007/PartnerControls"/>
    </lcf76f155ced4ddcb4097134ff3c332f>
    <TaxCatchAll xmlns="e0b53bdb-ad15-4542-b509-5814b2c15ecb" xsi:nil="true"/>
  </documentManagement>
</p:properties>
</file>

<file path=customXml/itemProps1.xml><?xml version="1.0" encoding="utf-8"?>
<ds:datastoreItem xmlns:ds="http://schemas.openxmlformats.org/officeDocument/2006/customXml" ds:itemID="{862BCD9F-308E-44A7-8B8C-2FCD0BB94B8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665CA4B-13C3-41CB-8F25-F541F2166BC0}"/>
</file>

<file path=customXml/itemProps3.xml><?xml version="1.0" encoding="utf-8"?>
<ds:datastoreItem xmlns:ds="http://schemas.openxmlformats.org/officeDocument/2006/customXml" ds:itemID="{E7319DA3-A0BC-4CB6-8A2B-94A804DE87AA}">
  <ds:schemaRefs>
    <ds:schemaRef ds:uri="http://schemas.microsoft.com/office/2006/metadata/properties"/>
    <ds:schemaRef ds:uri="http://schemas.microsoft.com/office/infopath/2007/PartnerControls"/>
    <ds:schemaRef ds:uri="f7fa545e-6ab3-4693-ba7e-0093980d26aa"/>
    <ds:schemaRef ds:uri="e0b53bdb-ad15-4542-b509-5814b2c15ec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403</TotalTime>
  <Words>325</Words>
  <Application>Microsoft Office PowerPoint</Application>
  <PresentationFormat>Widescreen</PresentationFormat>
  <Paragraphs>40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Facet</vt:lpstr>
      <vt:lpstr>Preseason Intro</vt:lpstr>
      <vt:lpstr>Groups </vt:lpstr>
      <vt:lpstr>Testing</vt:lpstr>
      <vt:lpstr>TET Circuit </vt:lpstr>
      <vt:lpstr>Motor </vt:lpstr>
      <vt:lpstr>Batteries </vt:lpstr>
      <vt:lpstr>Control </vt:lpstr>
      <vt:lpstr>Thank you for your effort!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LAI, KATRINA Y. (Student)</dc:creator>
  <cp:lastModifiedBy>LAI, KATRINA Y. (Student)</cp:lastModifiedBy>
  <cp:revision>6</cp:revision>
  <dcterms:created xsi:type="dcterms:W3CDTF">2025-09-29T16:18:44Z</dcterms:created>
  <dcterms:modified xsi:type="dcterms:W3CDTF">2025-10-22T14:01:39Z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0x010100C3FA6AAFA421B9418F78D257C3A7E55F</vt:lpwstr>
  </property>
  <property fmtid="{D5CDD505-2E9C-101B-9397-08002B2CF9AE}" pid="3" name="MediaServiceImageTags">
    <vt:lpwstr/>
  </property>
</Properties>
</file>