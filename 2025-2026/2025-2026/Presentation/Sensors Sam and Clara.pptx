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07CD-7E4E-09D7-1E2E-DF0CB43E5C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D24DEDF3-D0A4-0794-A44F-4C26DE88E7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BF4B08B-9AB2-F1ED-21BF-3033672D15DA}"/>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EBC94035-A7C9-13B4-8895-D439E025D2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EDF0E2-6838-D167-D746-F162D3F9772F}"/>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83797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D4010-6DE9-59AD-8B18-F36150D2264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B4D1D0C-2C10-2911-A4DE-56657B63E6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2CA59F-C9A6-6354-31D4-31654DF465CC}"/>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98AFBF9A-15C2-DE41-33C2-EEA5913006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10E39B-6C57-25D6-AA67-8E4E91FF1735}"/>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332416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1853-894D-03FD-7B03-E6B3E3AA6AC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425CF35-CA47-1D57-9F17-94135E930A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00C129B-0360-5674-3EEC-7BCC03114AA9}"/>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FE466846-1764-14B0-D9C8-C1561D6E6F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E2BEB9-E251-3695-9280-C1F0F18CCE34}"/>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3303732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2D5D2-019C-5226-49AD-4CA876B2964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2A800AA-786E-C989-BE5B-72DBD4705C3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F97E83A-5409-F680-23AD-A17D1BF55EC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E6BE56E-7878-B524-1DCC-A8BA55B70599}"/>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6" name="Footer Placeholder 5">
            <a:extLst>
              <a:ext uri="{FF2B5EF4-FFF2-40B4-BE49-F238E27FC236}">
                <a16:creationId xmlns:a16="http://schemas.microsoft.com/office/drawing/2014/main" id="{8593B5DE-2662-FE4C-9D41-606CBBE446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08E8F2-8977-9192-C3BD-0EEDFC44B936}"/>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2870711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4ED18-4182-61CD-5BB5-AD01811F21D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441EC9C-013F-24BA-401E-8D62C3A4CD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919ED7-DCDD-D458-C485-135677E8601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A8213E9-8B6A-17CC-6152-707884C8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509DB36-98BE-CA46-373E-F5ED25062F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9147733-D701-8F78-8FBB-9058ECF70F45}"/>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8" name="Footer Placeholder 7">
            <a:extLst>
              <a:ext uri="{FF2B5EF4-FFF2-40B4-BE49-F238E27FC236}">
                <a16:creationId xmlns:a16="http://schemas.microsoft.com/office/drawing/2014/main" id="{2ED8F460-08AD-238D-AB0E-B5811380A6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C3A64D1-CD41-3C0B-9BA5-10CBE2C070DC}"/>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95108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8A20-9E17-AF4B-591A-99DF1B0103F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D3B9BD6-AAA2-4759-DDE2-CD2F77E761BA}"/>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4" name="Footer Placeholder 3">
            <a:extLst>
              <a:ext uri="{FF2B5EF4-FFF2-40B4-BE49-F238E27FC236}">
                <a16:creationId xmlns:a16="http://schemas.microsoft.com/office/drawing/2014/main" id="{EC7152B9-D30D-6E03-ED4C-18FC09DEC2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5C880BD-4CA7-1640-1C4C-563F122A096B}"/>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1003171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C014C0-0AFA-3137-DAFA-45BEE0BF390E}"/>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3" name="Footer Placeholder 2">
            <a:extLst>
              <a:ext uri="{FF2B5EF4-FFF2-40B4-BE49-F238E27FC236}">
                <a16:creationId xmlns:a16="http://schemas.microsoft.com/office/drawing/2014/main" id="{930521F2-9512-12BD-6101-B522D501BF7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168FF04-C75D-309A-4582-4D81A4B1D3C7}"/>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3837293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46F14-2B80-466F-23AE-7E9D069AD8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008A59E-BE40-9045-E9CF-278490FA92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CBBE5A8-F4C6-799B-0729-8243FAD27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3057E5-ADA7-9071-F61F-053086829B0C}"/>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6" name="Footer Placeholder 5">
            <a:extLst>
              <a:ext uri="{FF2B5EF4-FFF2-40B4-BE49-F238E27FC236}">
                <a16:creationId xmlns:a16="http://schemas.microsoft.com/office/drawing/2014/main" id="{004D80B1-0256-4B3D-3BAD-12DB1BE268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062B38D-7A09-6ADC-631D-C586E49CC8FE}"/>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601449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7918-B9DA-3A0F-558C-D4712261EA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4FD2A8E-01AE-C022-2332-D6E2D4F0FE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6D6AE4F-9098-9FCC-5D50-3BA94945D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81DA0A-28CE-0635-F616-59DEB847BF2E}"/>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6" name="Footer Placeholder 5">
            <a:extLst>
              <a:ext uri="{FF2B5EF4-FFF2-40B4-BE49-F238E27FC236}">
                <a16:creationId xmlns:a16="http://schemas.microsoft.com/office/drawing/2014/main" id="{A910F4C3-6AEF-4AA2-316A-2E909D586E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6C7AFB-1E8A-F660-3B20-1207B081D02A}"/>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347380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5CA4-C962-038D-64BC-B3A4773F6DC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7FBCB573-EFCE-BA56-17DD-CD19CD0CD79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324E26D-E489-E467-9DA7-C75A86175FC0}"/>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8BC935EF-6083-A93D-B5FA-C1031B0811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5CE329-8221-E98F-CE88-CB1BFBD334DA}"/>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592242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390EFB-26A7-38B7-AE7D-87D78B313360}"/>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7EFBF51-A875-943A-A3EC-DC59CFC68AD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D2ACA5-AE29-5D4D-BE47-76314035A4CE}"/>
              </a:ext>
            </a:extLst>
          </p:cNvPr>
          <p:cNvSpPr>
            <a:spLocks noGrp="1"/>
          </p:cNvSpPr>
          <p:nvPr>
            <p:ph type="dt" sz="half" idx="10"/>
          </p:nvPr>
        </p:nvSpPr>
        <p:spPr/>
        <p:txBody>
          <a:body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CE2C1C89-3E52-0E00-17AE-25BE2511E2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48BDB5-3096-4AB8-0D04-3797FA42029A}"/>
              </a:ext>
            </a:extLst>
          </p:cNvPr>
          <p:cNvSpPr>
            <a:spLocks noGrp="1"/>
          </p:cNvSpPr>
          <p:nvPr>
            <p:ph type="sldNum" sz="quarter" idx="12"/>
          </p:nvPr>
        </p:nvSpPr>
        <p:spPr/>
        <p:txBody>
          <a:bodyPr/>
          <a:lstStyle/>
          <a:p>
            <a:fld id="{A0389C0B-23F0-4C54-84F3-8B1783588AB2}" type="slidenum">
              <a:rPr lang="en-GB" smtClean="0"/>
              <a:t>‹#›</a:t>
            </a:fld>
            <a:endParaRPr lang="en-GB"/>
          </a:p>
        </p:txBody>
      </p:sp>
    </p:spTree>
    <p:extLst>
      <p:ext uri="{BB962C8B-B14F-4D97-AF65-F5344CB8AC3E}">
        <p14:creationId xmlns:p14="http://schemas.microsoft.com/office/powerpoint/2010/main" val="263963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2453E-5308-EEE8-08FF-B7CD9CEB5F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B6C627C-D8C6-D2B1-6AD2-89A0089424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C7CAA46-FBE4-3A63-0357-1289DB42B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764171-8450-46FA-9CE2-C9C8FEA595A2}" type="datetimeFigureOut">
              <a:rPr lang="en-GB" smtClean="0"/>
              <a:t>05/11/2025</a:t>
            </a:fld>
            <a:endParaRPr lang="en-GB"/>
          </a:p>
        </p:txBody>
      </p:sp>
      <p:sp>
        <p:nvSpPr>
          <p:cNvPr id="5" name="Footer Placeholder 4">
            <a:extLst>
              <a:ext uri="{FF2B5EF4-FFF2-40B4-BE49-F238E27FC236}">
                <a16:creationId xmlns:a16="http://schemas.microsoft.com/office/drawing/2014/main" id="{D88004B7-A2A8-19D3-AEFE-8E696F602C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90C4E72-BEFF-4345-EA0F-E06044D5C8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389C0B-23F0-4C54-84F3-8B1783588AB2}" type="slidenum">
              <a:rPr lang="en-GB" smtClean="0"/>
              <a:t>‹#›</a:t>
            </a:fld>
            <a:endParaRPr lang="en-GB"/>
          </a:p>
        </p:txBody>
      </p:sp>
    </p:spTree>
    <p:extLst>
      <p:ext uri="{BB962C8B-B14F-4D97-AF65-F5344CB8AC3E}">
        <p14:creationId xmlns:p14="http://schemas.microsoft.com/office/powerpoint/2010/main" val="1406325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FBA6-3A96-35E0-4FEA-938DD2C4D8B9}"/>
              </a:ext>
            </a:extLst>
          </p:cNvPr>
          <p:cNvSpPr>
            <a:spLocks noGrp="1"/>
          </p:cNvSpPr>
          <p:nvPr>
            <p:ph type="title"/>
          </p:nvPr>
        </p:nvSpPr>
        <p:spPr>
          <a:xfrm>
            <a:off x="582168" y="355981"/>
            <a:ext cx="10515600" cy="1325563"/>
          </a:xfrm>
        </p:spPr>
        <p:txBody>
          <a:bodyPr/>
          <a:lstStyle/>
          <a:p>
            <a:r>
              <a:rPr lang="en-GB" dirty="0"/>
              <a:t>Control of Heart Rate</a:t>
            </a:r>
          </a:p>
        </p:txBody>
      </p:sp>
      <p:sp>
        <p:nvSpPr>
          <p:cNvPr id="3" name="Content Placeholder 2">
            <a:extLst>
              <a:ext uri="{FF2B5EF4-FFF2-40B4-BE49-F238E27FC236}">
                <a16:creationId xmlns:a16="http://schemas.microsoft.com/office/drawing/2014/main" id="{5F8E023A-02A2-8276-50CE-47AE8AF9D1E5}"/>
              </a:ext>
            </a:extLst>
          </p:cNvPr>
          <p:cNvSpPr>
            <a:spLocks noGrp="1"/>
          </p:cNvSpPr>
          <p:nvPr>
            <p:ph idx="1"/>
          </p:nvPr>
        </p:nvSpPr>
        <p:spPr>
          <a:xfrm>
            <a:off x="838200" y="1825625"/>
            <a:ext cx="5257800" cy="4351338"/>
          </a:xfrm>
        </p:spPr>
        <p:txBody>
          <a:bodyPr>
            <a:normAutofit/>
          </a:bodyPr>
          <a:lstStyle/>
          <a:p>
            <a:pPr marL="0" indent="0">
              <a:buNone/>
            </a:pPr>
            <a:r>
              <a:rPr lang="en-GB" b="1" dirty="0"/>
              <a:t>Control using ECG</a:t>
            </a:r>
          </a:p>
          <a:p>
            <a:r>
              <a:rPr lang="en-GB" dirty="0"/>
              <a:t>We can use an electrocardiogram to monitor the rate at which the sinoatrial node generates electrical impulses</a:t>
            </a:r>
          </a:p>
          <a:p>
            <a:r>
              <a:rPr lang="en-GB" dirty="0"/>
              <a:t>We can use an implantable loop recorder (ILR) to work as an ECG - the problem is these normally only last 4 years</a:t>
            </a:r>
          </a:p>
        </p:txBody>
      </p:sp>
      <p:sp>
        <p:nvSpPr>
          <p:cNvPr id="5" name="TextBox 4">
            <a:extLst>
              <a:ext uri="{FF2B5EF4-FFF2-40B4-BE49-F238E27FC236}">
                <a16:creationId xmlns:a16="http://schemas.microsoft.com/office/drawing/2014/main" id="{83344BD7-EB5E-AF40-115B-B6A101533F61}"/>
              </a:ext>
            </a:extLst>
          </p:cNvPr>
          <p:cNvSpPr txBox="1"/>
          <p:nvPr/>
        </p:nvSpPr>
        <p:spPr>
          <a:xfrm>
            <a:off x="6352032" y="1546816"/>
            <a:ext cx="5257800" cy="4955203"/>
          </a:xfrm>
          <a:prstGeom prst="rect">
            <a:avLst/>
          </a:prstGeom>
          <a:noFill/>
        </p:spPr>
        <p:txBody>
          <a:bodyPr wrap="square" rtlCol="0">
            <a:spAutoFit/>
          </a:bodyPr>
          <a:lstStyle/>
          <a:p>
            <a:r>
              <a:rPr lang="en-GB" sz="2800" b="1" dirty="0"/>
              <a:t>Control using pH and pressure</a:t>
            </a:r>
          </a:p>
          <a:p>
            <a:pPr marL="457200" indent="-457200">
              <a:buFont typeface="Arial" panose="020B0604020202020204" pitchFamily="34" charset="0"/>
              <a:buChar char="•"/>
            </a:pPr>
            <a:r>
              <a:rPr lang="en-GB" sz="2400" dirty="0"/>
              <a:t>Normally, the body detects changes in blood pressure and pH caused by exercise and uses this to adjust heartrate.</a:t>
            </a:r>
          </a:p>
          <a:p>
            <a:pPr marL="457200" indent="-457200">
              <a:buFont typeface="Arial" panose="020B0604020202020204" pitchFamily="34" charset="0"/>
              <a:buChar char="•"/>
            </a:pPr>
            <a:r>
              <a:rPr lang="en-GB" sz="2400" dirty="0"/>
              <a:t>We may be able to set up something similar using pH probes and pressure sensors in the TAH, but this will mean the heart will not be able to be controlled by the nervous system</a:t>
            </a:r>
          </a:p>
          <a:p>
            <a:pPr marL="457200" indent="-457200">
              <a:buFont typeface="Arial" panose="020B0604020202020204" pitchFamily="34" charset="0"/>
              <a:buChar char="•"/>
            </a:pPr>
            <a:r>
              <a:rPr lang="en-GB" sz="2400" dirty="0"/>
              <a:t>Could offer a more permanent solution</a:t>
            </a:r>
          </a:p>
        </p:txBody>
      </p:sp>
    </p:spTree>
    <p:extLst>
      <p:ext uri="{BB962C8B-B14F-4D97-AF65-F5344CB8AC3E}">
        <p14:creationId xmlns:p14="http://schemas.microsoft.com/office/powerpoint/2010/main" val="43609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F759-AA75-D8BB-B879-DC7F63FDA331}"/>
              </a:ext>
            </a:extLst>
          </p:cNvPr>
          <p:cNvSpPr>
            <a:spLocks noGrp="1"/>
          </p:cNvSpPr>
          <p:nvPr>
            <p:ph type="title"/>
          </p:nvPr>
        </p:nvSpPr>
        <p:spPr/>
        <p:txBody>
          <a:bodyPr/>
          <a:lstStyle/>
          <a:p>
            <a:r>
              <a:rPr lang="en-GB" dirty="0"/>
              <a:t>Control of stroke volume</a:t>
            </a:r>
          </a:p>
        </p:txBody>
      </p:sp>
      <p:sp>
        <p:nvSpPr>
          <p:cNvPr id="3" name="Content Placeholder 2">
            <a:extLst>
              <a:ext uri="{FF2B5EF4-FFF2-40B4-BE49-F238E27FC236}">
                <a16:creationId xmlns:a16="http://schemas.microsoft.com/office/drawing/2014/main" id="{BA7F993F-15E2-E9B3-1A1A-384E6E9F798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619904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FA6AAFA421B9418F78D257C3A7E55F" ma:contentTypeVersion="13" ma:contentTypeDescription="Create a new document." ma:contentTypeScope="" ma:versionID="30b4422dbb140da9a0e48d7138c42df5">
  <xsd:schema xmlns:xsd="http://www.w3.org/2001/XMLSchema" xmlns:xs="http://www.w3.org/2001/XMLSchema" xmlns:p="http://schemas.microsoft.com/office/2006/metadata/properties" xmlns:ns2="f7fa545e-6ab3-4693-ba7e-0093980d26aa" xmlns:ns3="e0b53bdb-ad15-4542-b509-5814b2c15ecb" targetNamespace="http://schemas.microsoft.com/office/2006/metadata/properties" ma:root="true" ma:fieldsID="6845d2288d5cc41e409429ecfe7a8840" ns2:_="" ns3:_="">
    <xsd:import namespace="f7fa545e-6ab3-4693-ba7e-0093980d26aa"/>
    <xsd:import namespace="e0b53bdb-ad15-4542-b509-5814b2c15e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fa545e-6ab3-4693-ba7e-0093980d26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b53bdb-ad15-4542-b509-5814b2c15ec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21481f0-cbe1-4fe5-852c-01962b083b4e}" ma:internalName="TaxCatchAll" ma:showField="CatchAllData" ma:web="e0b53bdb-ad15-4542-b509-5814b2c15e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7fa545e-6ab3-4693-ba7e-0093980d26aa">
      <Terms xmlns="http://schemas.microsoft.com/office/infopath/2007/PartnerControls"/>
    </lcf76f155ced4ddcb4097134ff3c332f>
    <TaxCatchAll xmlns="e0b53bdb-ad15-4542-b509-5814b2c15ecb" xsi:nil="true"/>
  </documentManagement>
</p:properties>
</file>

<file path=customXml/itemProps1.xml><?xml version="1.0" encoding="utf-8"?>
<ds:datastoreItem xmlns:ds="http://schemas.openxmlformats.org/officeDocument/2006/customXml" ds:itemID="{72D3F9BE-B34B-4CF5-B230-4CD635962586}"/>
</file>

<file path=customXml/itemProps2.xml><?xml version="1.0" encoding="utf-8"?>
<ds:datastoreItem xmlns:ds="http://schemas.openxmlformats.org/officeDocument/2006/customXml" ds:itemID="{E7518352-6135-4A60-AAF0-40E56B571D1B}"/>
</file>

<file path=customXml/itemProps3.xml><?xml version="1.0" encoding="utf-8"?>
<ds:datastoreItem xmlns:ds="http://schemas.openxmlformats.org/officeDocument/2006/customXml" ds:itemID="{15640E30-57A6-44BC-AFBB-0AC38EC2E7C1}"/>
</file>

<file path=docProps/app.xml><?xml version="1.0" encoding="utf-8"?>
<Properties xmlns="http://schemas.openxmlformats.org/officeDocument/2006/extended-properties" xmlns:vt="http://schemas.openxmlformats.org/officeDocument/2006/docPropsVTypes">
  <TotalTime>16</TotalTime>
  <Words>121</Words>
  <Application>Microsoft Office PowerPoint</Application>
  <PresentationFormat>Widescreen</PresentationFormat>
  <Paragraphs>9</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Control of Heart Rate</vt:lpstr>
      <vt:lpstr>Control of stroke volume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CANDLER, SAMUEL J.T. (Student)</dc:creator>
  <cp:lastModifiedBy>CANDLER, SAMUEL J.T. (Student)</cp:lastModifiedBy>
  <cp:revision>1</cp:revision>
  <dcterms:created xsi:type="dcterms:W3CDTF">2025-11-05T10:17:30Z</dcterms:created>
  <dcterms:modified xsi:type="dcterms:W3CDTF">2025-11-05T10:34:25Z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0x010100C3FA6AAFA421B9418F78D257C3A7E55F</vt:lpwstr>
  </property>
</Properties>
</file>