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5EF60-6256-1665-B3E4-8A553C1A5E5A}" v="17" dt="2025-11-12T12:26:09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M, LIM Z.H. (Student)" userId="S::mfmn63@durham.ac.uk::d20ba837-6f7a-4389-a702-b2ec85fd6d93" providerId="AD" clId="Web-{1C15EF60-6256-1665-B3E4-8A553C1A5E5A}"/>
    <pc:docChg chg="modSld">
      <pc:chgData name="LIM, LIM Z.H. (Student)" userId="S::mfmn63@durham.ac.uk::d20ba837-6f7a-4389-a702-b2ec85fd6d93" providerId="AD" clId="Web-{1C15EF60-6256-1665-B3E4-8A553C1A5E5A}" dt="2025-11-12T12:26:08.788" v="6" actId="20577"/>
      <pc:docMkLst>
        <pc:docMk/>
      </pc:docMkLst>
      <pc:sldChg chg="modSp">
        <pc:chgData name="LIM, LIM Z.H. (Student)" userId="S::mfmn63@durham.ac.uk::d20ba837-6f7a-4389-a702-b2ec85fd6d93" providerId="AD" clId="Web-{1C15EF60-6256-1665-B3E4-8A553C1A5E5A}" dt="2025-11-12T12:26:08.788" v="6" actId="20577"/>
        <pc:sldMkLst>
          <pc:docMk/>
          <pc:sldMk cId="2173650750" sldId="256"/>
        </pc:sldMkLst>
        <pc:spChg chg="mod">
          <ac:chgData name="LIM, LIM Z.H. (Student)" userId="S::mfmn63@durham.ac.uk::d20ba837-6f7a-4389-a702-b2ec85fd6d93" providerId="AD" clId="Web-{1C15EF60-6256-1665-B3E4-8A553C1A5E5A}" dt="2025-11-12T12:26:08.788" v="6" actId="20577"/>
          <ac:spMkLst>
            <pc:docMk/>
            <pc:sldMk cId="2173650750" sldId="256"/>
            <ac:spMk id="9" creationId="{E6A1BED2-A6B3-4928-263D-ECB3275FED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10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01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58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47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1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5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39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0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0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0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066F7-FD89-8E2C-13C5-2A38997D582C}"/>
              </a:ext>
            </a:extLst>
          </p:cNvPr>
          <p:cNvSpPr txBox="1"/>
          <p:nvPr/>
        </p:nvSpPr>
        <p:spPr>
          <a:xfrm>
            <a:off x="619802" y="-257548"/>
            <a:ext cx="3348297" cy="22417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Ansys Simulation – Effect of Skin and Casing on coil performance</a:t>
            </a:r>
          </a:p>
        </p:txBody>
      </p:sp>
      <p:pic>
        <p:nvPicPr>
          <p:cNvPr id="5" name="Picture 4" descr="A computer generated image of a mousetrap&#10;&#10;AI-generated content may be incorrect.">
            <a:extLst>
              <a:ext uri="{FF2B5EF4-FFF2-40B4-BE49-F238E27FC236}">
                <a16:creationId xmlns:a16="http://schemas.microsoft.com/office/drawing/2014/main" id="{9C578C8A-7745-D146-8FD9-C5F223CFE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192" y="3430534"/>
            <a:ext cx="6317912" cy="34274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66B34B-185B-FADE-B048-C04B704A1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721" y="55304"/>
            <a:ext cx="5672929" cy="33199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A1BED2-A6B3-4928-263D-ECB3275FEDDF}"/>
              </a:ext>
            </a:extLst>
          </p:cNvPr>
          <p:cNvSpPr txBox="1"/>
          <p:nvPr/>
        </p:nvSpPr>
        <p:spPr>
          <a:xfrm>
            <a:off x="619802" y="3429000"/>
            <a:ext cx="355977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/>
              <a:t>Future Plan:</a:t>
            </a:r>
          </a:p>
          <a:p>
            <a:pPr marL="285750" indent="-285750">
              <a:buFont typeface="Wingdings"/>
              <a:buChar char="§"/>
            </a:pPr>
            <a:r>
              <a:rPr lang="en-GB"/>
              <a:t>More simulations</a:t>
            </a:r>
          </a:p>
          <a:p>
            <a:endParaRPr lang="en-GB" dirty="0"/>
          </a:p>
          <a:p>
            <a:pPr marL="285750" indent="-285750">
              <a:buFont typeface="Wingdings"/>
              <a:buChar char="§"/>
            </a:pPr>
            <a:r>
              <a:rPr lang="en-GB" dirty="0"/>
              <a:t>Investigate the coil casing material (medical-grade silicon) </a:t>
            </a:r>
          </a:p>
        </p:txBody>
      </p:sp>
    </p:spTree>
    <p:extLst>
      <p:ext uri="{BB962C8B-B14F-4D97-AF65-F5344CB8AC3E}">
        <p14:creationId xmlns:p14="http://schemas.microsoft.com/office/powerpoint/2010/main" val="217365075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179724-3CA6-4015-9D42-20DAB9BB69BD}">
  <ds:schemaRefs>
    <ds:schemaRef ds:uri="http://schemas.microsoft.com/office/2006/metadata/properties"/>
    <ds:schemaRef ds:uri="http://schemas.microsoft.com/office/infopath/2007/PartnerControls"/>
    <ds:schemaRef ds:uri="f7fa545e-6ab3-4693-ba7e-0093980d26aa"/>
    <ds:schemaRef ds:uri="e0b53bdb-ad15-4542-b509-5814b2c15ecb"/>
  </ds:schemaRefs>
</ds:datastoreItem>
</file>

<file path=customXml/itemProps2.xml><?xml version="1.0" encoding="utf-8"?>
<ds:datastoreItem xmlns:ds="http://schemas.openxmlformats.org/officeDocument/2006/customXml" ds:itemID="{A4FC5D22-09B1-416D-B309-C4A8CB3368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1408CC-6ED5-49AE-B0DA-FDD5354BBC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fa545e-6ab3-4693-ba7e-0093980d26aa"/>
    <ds:schemaRef ds:uri="e0b53bdb-ad15-4542-b509-5814b2c15e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26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VanillaVTI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LIM, LIM Z.H. (Student)</dc:creator>
  <cp:lastModifiedBy>LIM, LIM Z.H. (Student)</cp:lastModifiedBy>
  <cp:revision>3</cp:revision>
  <dcterms:created xsi:type="dcterms:W3CDTF">2025-11-12T12:08:36Z</dcterms:created>
  <dcterms:modified xsi:type="dcterms:W3CDTF">2025-11-12T12:26:11Z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  <property fmtid="{D5CDD505-2E9C-101B-9397-08002B2CF9AE}" pid="3" name="MediaServiceImageTags">
    <vt:lpwstr/>
  </property>
</Properties>
</file>