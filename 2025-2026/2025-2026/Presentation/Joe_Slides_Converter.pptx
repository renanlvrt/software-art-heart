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7" r:id="rId5"/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9AD0FF-A280-4CF6-BD64-CA5E9A11D612}" v="1" dt="2025-11-05T16:45:55.3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41"/>
    <p:restoredTop sz="94700"/>
  </p:normalViewPr>
  <p:slideViewPr>
    <p:cSldViewPr snapToGrid="0">
      <p:cViewPr varScale="1">
        <p:scale>
          <a:sx n="171" d="100"/>
          <a:sy n="171" d="100"/>
        </p:scale>
        <p:origin x="184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KATRINA Y. (Student)" userId="S::rlvt64@durham.ac.uk::89443210-9537-4894-a90d-417968dd4408" providerId="AD" clId="Web-{639AD0FF-A280-4CF6-BD64-CA5E9A11D612}"/>
    <pc:docChg chg="modSld">
      <pc:chgData name="LAI, KATRINA Y. (Student)" userId="S::rlvt64@durham.ac.uk::89443210-9537-4894-a90d-417968dd4408" providerId="AD" clId="Web-{639AD0FF-A280-4CF6-BD64-CA5E9A11D612}" dt="2025-11-05T16:45:55.324" v="0" actId="14100"/>
      <pc:docMkLst>
        <pc:docMk/>
      </pc:docMkLst>
      <pc:sldChg chg="modSp">
        <pc:chgData name="LAI, KATRINA Y. (Student)" userId="S::rlvt64@durham.ac.uk::89443210-9537-4894-a90d-417968dd4408" providerId="AD" clId="Web-{639AD0FF-A280-4CF6-BD64-CA5E9A11D612}" dt="2025-11-05T16:45:55.324" v="0" actId="14100"/>
        <pc:sldMkLst>
          <pc:docMk/>
          <pc:sldMk cId="10345786" sldId="256"/>
        </pc:sldMkLst>
        <pc:picChg chg="mod">
          <ac:chgData name="LAI, KATRINA Y. (Student)" userId="S::rlvt64@durham.ac.uk::89443210-9537-4894-a90d-417968dd4408" providerId="AD" clId="Web-{639AD0FF-A280-4CF6-BD64-CA5E9A11D612}" dt="2025-11-05T16:45:55.324" v="0" actId="14100"/>
          <ac:picMkLst>
            <pc:docMk/>
            <pc:sldMk cId="10345786" sldId="256"/>
            <ac:picMk id="4" creationId="{6A64424B-3B46-1207-A53D-BF14A55F363B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00:13:52.4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47 644 24575,'0'-4'0,"-2"1"0,-4-32 0,3 1 0,-7-22 0,9 10 0,-8 0 0,7-2 0,-3-8 0,5 8 0,-4 2 0,3 9 0,-3 7 0,4 3 0,0 7 0,0 5 0,0 1 0,0 6 0,0 1 0,0 2 0,0 0 0,4 0 0,14-1 0,7-2 0,29 3 0,-4-4 0,22 7 0,-14-7 0,-2 7 0,-2-3 0,-27 5 0,7 0 0,-25 0 0,0-2 0,-5 2 0,-1 2 0,4 3 0,-1 9 0,10 25 0,-5 3 0,4 6 0,-7-17 0,-5-13 0,-1-7 0,2 16 0,-3-10 0,8 18 0,-8-13 0,3 1 0,-4-11 0,0 1 0,0-4 0,2 5 0,-1-5 0,1 5 0,-2-3 0,2 3 0,-1-4 0,1-1 0,-2 5 0,0 1 0,0 5 0,0 7 0,0-10 0,0 3 0,0-13 0,0-2 0,0 6 0,0 2 0,0 0 0,0-1 0,0-5 0,0-2 0,0 2 0,2-4 0,3-1 0,15-2 0,-3 3 0,10-3 0,1 3 0,-7-3 0,15 0 0,-15 3 0,2-2 0,-5 2 0,-7-3 0,3 0 0,-4 2 0,-3-2 0,0 2 0,-2-2 0,0 0 0,2 3 0,-2-3 0,2 2 0,0 0 0,-1-1 0,3 3 0,-4-3 0,2 1 0,-2-2 0,0 0 0,0 0 0,0 0 0,-1 0 0,3 2 0,-1-1 0,1 1 0,0-2 0,-2 0 0,2 0 0,-2 2 0,0-1 0,2 1 0,-2-2 0,2 0 0,-2 0 0,0 0 0,-2 2 0,1-2 0,-4 0 0,3-17 0,-1 6 0,-2-15 0,7 3 0,-6 1 0,3-5 0,0-1 0,-3 7 0,3-3 0,-1 6 0,-2 3 0,2-5 0,1-7 0,-3 5 0,3-1 0,-4 9 0,0 4 0,0 1 0,0-5 0,0 3 0,0-3 0,0 4 0,0 0 0,0 0 0,0 3 0,0 0 0,0 2 0,0 0 0,0 0 0,0 0 0,0 0 0,0 0 0,0 0 0,0 0 0,0-2 0,0 0 0,0-1 0,0-1 0,0 3 0,0-1 0,0 2 0,0 0 0,0-2 0,0 0 0,0-3 0,0 2 0,0 1 0,0 2 0,0 0 0,0 1 0,0-1 0,0-2 0,0 1 0,0-1 0,0 2 0,0 0 0,0 0 0,0 0 0,0 0 0,2 3 0,1-1 0,2 1 0,2 2 0,0-2 0,3 2 0,4 0 0,1 0 0,0 0 0,-1 0 0,0 0 0,-3 0 0,7 0 0,-3 2 0,4 2 0,1 0 0,7-2 0,-5-2 0,13 0 0,-5 0 0,-1 0 0,-1 0 0,-9 0 0,-4 0 0,-3 3 0,-5-3 0,-2 2 0,-1-2 0,1 0 0,0 0 0,0 0 0,2 2 0,0-1 0,1 1 0,-1 0 0,-2-1 0,0 3 0,2 1 0,-1 7 0,3 11 0,-2-2 0,-2 2 0,0-4 0,-4-4 0,5 4 0,-6 1 0,3-5 0,-3-1 0,0-5 0,0 5 0,0-5 0,0 4 0,0-5 0,0 2 0,0-3 0,0 2 0,0-1 0,0 1 0,0 1 0,0-2 0,0 1 0,0-2 0,0 1 0,-2 10 0,2-9 0,-3 14 0,3-15 0,0 6 0,0-7 0,-2 1 0,2 1 0,-2-4 0,2 5 0,0-3 0,0 1 0,0-1 0,0 0 0,0-2 0,0 4 0,0-3 0,0 1 0,0-3 0,0 1 0,0 2 0,0-1 0,0 1 0,0-3 0,0 1 0,0 0 0,0 2 0,0-2 0,0 5 0,2-5 0,-2 2 0,2-2 0,-2 0 0,0-1 0,0 1 0,0 7 0,3-4 0,-3 4 0,2-5 0,-2 0 0,0-2 0,0 2 0,0-2 0,2-2 0,3-1 0,32 2 0,-8 1 0,34 1 0,-16 3 0,17-8 0,2 4 0,-8-1 0,-4 1 0,-29 0 0,-3 0 0,-16-3 0,0-2 0,-3 2 0,2-2 0,-3 0 0,1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00:13:59.0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0 631 24575,'78'0'0,"-33"0"0,53 0 0,-44 0 0,-6 0 0,-8 0 0,-9 0 0,-17 0 0,0 0 0,-6 0 0,4 0 0,-7 0 0,-1 0 0,3 0 0,1 0 0,2 0 0,-1 0 0,1 0 0,0 0 0,-3 2 0,2-1 0,-3 1 0,1-2 0,-2 0 0,-1 0 0,1 0 0,-2-2 0,-3-1 0,-1-4 0,-3 0 0,3-1 0,-1-3 0,2 2 0,0 0 0,0 2 0,0 2 0,0 0 0,0 0 0,0-2 0,0-1 0,0-2 0,0 1 0,0-1 0,0-4 0,0 3 0,0-3 0,-2 4 0,1 0 0,-1 1 0,2-6 0,0 5 0,-2-4 0,2 0 0,-3 3 0,3-1 0,0 5 0,0 2 0,0 0 0,0 0 0,0-2 0,0-5 0,0 3 0,0-4 0,0 5 0,0 1 0,-2-3 0,2 5 0,-3-4 0,3 3 0,0-1 0,0 0 0,0 2 0,0-5 0,-2 3 0,2-3 0,-2-4 0,2 5 0,-3-4 0,3 7 0,-2-3 0,-1 4 0,3-3 0,-2 1 0,2 2 0,0-2 0,0 2 0,0 0 0,0 0 0,0 0 0,-2 0 0,1-2 0,-1 2 0,2-2 0,-2 2 0,1 0 0,-1 0 0,2-2 0,0 1 0,0-3 0,-2 6 0,1-4 0,-1 5 0,2-3 0,0 0 0,0 0 0,0 0 0,4 0 0,6 2 0,13 1 0,7 2 0,7 0 0,-7 0 0,-3 0 0,-8 0 0,1 0 0,-5 0 0,-1 0 0,-4 0 0,-1 0 0,1 0 0,-3 0 0,3 0 0,-5 0 0,4 0 0,-1 0 0,1 0 0,1 0 0,4 0 0,-3 0 0,3 0 0,-5 0 0,1-2 0,0 1 0,-1-1 0,1 0 0,0 1 0,-3-1 0,0 2 0,-2 0 0,2 0 0,-1 0 0,3 0 0,-2 0 0,1 0 0,-1 0 0,-2 0 0,-1 2 0,3 16 0,5 5 0,-6 2 0,2-3 0,-8-12 0,0-1 0,0 1 0,0-3 0,3 3 0,-3-3 0,2 3 0,-2-3 0,0 2 0,0 3 0,3 3 0,-2-2 0,2 1 0,-3-7 0,0 3 0,0 0 0,0-1 0,0 1 0,0 4 0,0 1 0,2 0 0,-2-1 0,3-4 0,-3-1 0,2 1 0,-2 4 0,2-5 0,1 6 0,-3-7 0,2 4 0,-2 2 0,3 1 0,-2 0 0,2 4 0,-3-9 0,0 2 0,2-5 0,-2 0 0,2 1 0,1-1 0,-3 0 0,2 0 0,-2-1 0,0 1 0,0-3 0,0 1 0,0 0 0,2 2 0,-1-2 0,1 2 0,0-4 0,1 1 0,4-1 0,13 4 0,-3-1 0,19 3 0,-15-5 0,15 0 0,-15-4 0,6 0 0,-7 0 0,-1 0 0,-4 0 0,-3 0 0,-3 0 0,11 0 0,-9 0 0,15 0 0,-18 0 0,10 0 0,-7 0 0,3 0 0,0 0 0,-3 0 0,3 0 0,-4 0 0,-1 0 0,-1 0 0,-1 0 0,-2 0 0,-1 0 0,1 0 0,0 0 0,0 0 0,0 0 0,0 0 0,-1 0 0,1 0 0,0 0 0,0 0 0,0 0 0,0 0 0,0 0 0,-1 0 0,1 0 0,0 0 0,0 0 0,0 0 0,0 0 0,-3-2 0,0-3 0,-4-7 0,1-11 0,-2 6 0,3-5 0,0 7 0,0 5 0,0-9 0,0 4 0,0 0 0,0-3 0,0 7 0,0-3 0,0 6 0,0 1 0,0 0 0,0 2 0,0-5 0,0 3 0,-2-1 0,1 1 0,-1-4 0,2 2 0,0-5 0,0 4 0,0 0 0,-2 1 0,1 1 0,-1-6 0,2 8 0,-2-8 0,1 7 0,-3-1 0,3-5 0,-1 4 0,2-5 0,0 4 0,-2 0 0,1 3 0,-3-2 0,1 1 0,1 0 0,-1 1 0,3 2 0,0 0 0,0 1 0,0-1 0,-2-2 0,2 1 0,-5-3 0,5 1 0,-5-2 0,5 1 0,-2 1 0,-1 1 0,3 2 0,-5-6 0,4 4 0,-2-4 0,3 6 0,-2 0 0,1 0 0,-1 0 0,2 0 0,-2 2 0,4 1 0,0 0 0,10 2 0,-1-3 0,15 3 0,-9 0 0,7 0 0,-10 0 0,0 0 0,-4 0 0,2 0 0,-5 0 0,0 0 0,-2 0 0,5 0 0,-3 0 0,1 0 0,1 0 0,-2 0 0,3 0 0,0 3 0,-3-3 0,2 2 0,1-2 0,-2 0 0,1 0 0,-2 0 0,-1 0 0,3 0 0,-4 0 0,4 0 0,-3 0 0,3 0 0,-4 0 0,2 0 0,-2 0 0,0 0 0,2 0 0,-2 0 0,4 0 0,-1 0 0,2 0 0,-1 0 0,1 0 0,0 0 0,-1 0 0,1 0 0,-2 0 0,1 0 0,-2 0 0,3 0 0,0 0 0,4 0 0,-6 0 0,6 0 0,-5 0 0,-1 0 0,1 0 0,-6 2 0,1 1 0,2 25 0,0-11 0,5 34 0,-7-27 0,1 20 0,-1-15 0,-3 9 0,3 7 0,-4-13 0,0 3 0,0-7 0,0-7 0,4 15 0,-3-19 0,4 26 0,-5-24 0,2 10 0,-2-16 0,2-5 0,-2 1 0,0 1 0,3 0 0,-3 0 0,2-1 0,-2-1 0,0 1 0,0-2 0,0 1 0,0 1 0,0-4 0,2 0 0,-1 0 0,1-3 0,-2 1 0,0-1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EAEBD-08E8-ED24-EC9C-9986DF0FAF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B2F2B-7223-03CA-0E6E-54A89891B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BBCE7-3269-AF63-7485-00C5F5954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998F2-6035-6743-B38B-B0F2D1A5C31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4FC65-8171-4494-AE37-1D96A8150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61F26-83EA-156D-3AB6-44B4877AC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E716-9F7B-9045-BCCD-1840D5BFB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871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48279-B685-D030-42C8-005185257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D91CA-0C16-DF91-1114-45E76572C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3F9A2-7269-95C1-E75B-7901E8835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998F2-6035-6743-B38B-B0F2D1A5C31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28288-5487-8CC3-EDBE-3B8BF5E4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E61B2-B07E-3E4E-5B82-7EE5E4D1F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E716-9F7B-9045-BCCD-1840D5BFB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186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51467-DB26-6E65-CE7A-77288B965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D5E3D-C589-8E5D-B451-78CDFA80E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C1E1E-8147-CB08-3400-5DCE6C558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998F2-6035-6743-B38B-B0F2D1A5C31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CEDD1-F650-793F-C6E4-EC03FDE66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23235-868A-776A-3BB4-BEFD37ACE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E716-9F7B-9045-BCCD-1840D5BFB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13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69694-D5C4-0ED5-8082-16127EBA0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543E6-926A-0808-D27E-169E6A142F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1FEE60-3394-32F3-3859-59894DC51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67562-1B55-BEBC-B8AA-BE9BDCD6F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998F2-6035-6743-B38B-B0F2D1A5C31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7EF98-0B8B-FCAB-E949-9CB54020F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952BD-A51E-8F5C-8881-130736160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E716-9F7B-9045-BCCD-1840D5BFB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128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015A2-5E94-AD89-63CC-A8AB33BEA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ED6353-58E5-F773-D995-69A8F9443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1C6109-9424-F991-65AB-BFF32A88A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E8DC09-3261-6492-8FEF-FDED3DC336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6603F7-83A7-3464-315D-395C5EE626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774B25-AEDA-62CE-C075-35C79488F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998F2-6035-6743-B38B-B0F2D1A5C31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5C32A1-11CC-F8FF-0438-9F9851DE0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481EF4-E5F0-4879-5619-84BD86D39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E716-9F7B-9045-BCCD-1840D5BFB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582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624F6-D5F2-0EE0-8EB1-79E721037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9261AB-50F5-A723-520E-E8784E90D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998F2-6035-6743-B38B-B0F2D1A5C31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B63FE9-0768-9DAE-3B7B-AD71356EA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59BD4D-A020-7491-5691-2B93F1D7B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E716-9F7B-9045-BCCD-1840D5BFB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784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9D474A-D039-8FB2-5A95-2CFB71082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998F2-6035-6743-B38B-B0F2D1A5C31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77BD5A-B79D-99D6-EE1D-672A30176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F44F6-2869-452A-DE02-EB0CF060B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E716-9F7B-9045-BCCD-1840D5BFB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86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1B58F-B11C-9F9D-3DF7-E378120DC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05B99-D508-D66F-4BD9-85CF618B5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1D73D4-5B55-0587-1A0E-34CCD0C37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BC079F-8B08-2F77-4507-7FA5C915D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998F2-6035-6743-B38B-B0F2D1A5C31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3E7724-762B-2A70-9667-BD4238F51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EE6A9-EA36-A46A-8BFD-E987D0790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E716-9F7B-9045-BCCD-1840D5BFB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54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CCDAA-ED62-457E-A612-693AFD2F6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A1B3F1-A8B7-AC43-1FB8-5C4EA1C6AE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6D485-AF9B-AE96-96A0-DC06ECBD6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86BD9-9032-6CC1-A28F-A7AE1704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998F2-6035-6743-B38B-B0F2D1A5C31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02C5B-FD3D-7A73-766A-42DB097A8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3889C-4167-6BE3-2300-8DB001EAF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E716-9F7B-9045-BCCD-1840D5BFB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948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70909-C36B-E5A9-E610-FDC989A9B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8D5BDB-63CB-D208-4023-E766BD0E32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433CD-158C-0F00-CDA3-E3BA7220D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998F2-6035-6743-B38B-B0F2D1A5C31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B85A1-A129-2700-FF7A-204098E8A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59BF0-1171-65FE-3890-29F679927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E716-9F7B-9045-BCCD-1840D5BFB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59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F07F8D-C060-20D3-EB98-C4E221CBA3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E5BC32-A4E6-58C4-D9CC-01646BDB1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5FA0C-3E00-B90C-6C42-E15238697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998F2-6035-6743-B38B-B0F2D1A5C31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8887E-2A94-06F1-79D7-C8AEBA470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72C23-F287-D352-1BEB-025EF380F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E716-9F7B-9045-BCCD-1840D5BFB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646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9DDC4F-6F75-B78E-1BDA-9B750C88E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97C5A-D225-A507-7A43-7A1C7D44C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F7DCD-99B3-15FF-6830-E2825D18B4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998F2-6035-6743-B38B-B0F2D1A5C31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1E5F2-E02E-A0FF-A02D-A061A280A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CE712-374E-C8BA-3BB2-A3D679604C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EEE716-9F7B-9045-BCCD-1840D5BFB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44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D1455F-55E2-CD9C-7A67-659E95409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818" y="1926523"/>
            <a:ext cx="5642708" cy="32550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8532F3-1A11-A4E5-6780-F2185A6E0F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t="-125" r="1458" b="37056"/>
          <a:stretch/>
        </p:blipFill>
        <p:spPr>
          <a:xfrm>
            <a:off x="59473" y="1047566"/>
            <a:ext cx="5947481" cy="45520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53A054-6B86-A46A-8E2E-0F8409F14C32}"/>
              </a:ext>
            </a:extLst>
          </p:cNvPr>
          <p:cNvSpPr txBox="1"/>
          <p:nvPr/>
        </p:nvSpPr>
        <p:spPr>
          <a:xfrm>
            <a:off x="5806068" y="512956"/>
            <a:ext cx="3179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Current Fed Push Pull Converter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835908F-0D6F-6B49-9C51-FC04ED6EFE46}"/>
                  </a:ext>
                </a:extLst>
              </p14:cNvPr>
              <p14:cNvContentPartPr/>
              <p14:nvPr/>
            </p14:nvContentPartPr>
            <p14:xfrm>
              <a:off x="1095855" y="5461264"/>
              <a:ext cx="748080" cy="282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835908F-0D6F-6B49-9C51-FC04ED6EFE4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1535" y="5456944"/>
                <a:ext cx="75672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597D208-197C-1CDA-8CD2-81D198AD7F40}"/>
                  </a:ext>
                </a:extLst>
              </p14:cNvPr>
              <p14:cNvContentPartPr/>
              <p14:nvPr/>
            </p14:nvContentPartPr>
            <p14:xfrm>
              <a:off x="3274935" y="5504104"/>
              <a:ext cx="771480" cy="2458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597D208-197C-1CDA-8CD2-81D198AD7F4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70615" y="5499784"/>
                <a:ext cx="780120" cy="25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66836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64424B-3B46-1207-A53D-BF14A55F3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44" y="293601"/>
            <a:ext cx="3460061" cy="43819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96BC30-446C-CB46-841E-1F427E9A9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3" y="5068466"/>
            <a:ext cx="4575252" cy="15866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F26024-0488-C829-FCED-7B7415639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6268" y="5222784"/>
            <a:ext cx="6053243" cy="14603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AF6A19-FB93-1675-6C1B-994B95ABF389}"/>
              </a:ext>
            </a:extLst>
          </p:cNvPr>
          <p:cNvSpPr txBox="1"/>
          <p:nvPr/>
        </p:nvSpPr>
        <p:spPr>
          <a:xfrm>
            <a:off x="4995746" y="438615"/>
            <a:ext cx="67510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Last Week – frequency control circuitry</a:t>
            </a:r>
          </a:p>
          <a:p>
            <a:endParaRPr lang="en-US" dirty="0"/>
          </a:p>
          <a:p>
            <a:r>
              <a:rPr lang="en-US" dirty="0"/>
              <a:t>This week – steeper rise and fall, simulate MOSFET driver, connect Sv1</a:t>
            </a:r>
          </a:p>
          <a:p>
            <a:r>
              <a:rPr lang="en-US" dirty="0"/>
              <a:t>And Sv2 signals to gate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3902FB-8174-6D99-53F0-14875C0D42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1755" y="2307674"/>
            <a:ext cx="3652887" cy="235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5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fa545e-6ab3-4693-ba7e-0093980d26aa">
      <Terms xmlns="http://schemas.microsoft.com/office/infopath/2007/PartnerControls"/>
    </lcf76f155ced4ddcb4097134ff3c332f>
    <TaxCatchAll xmlns="e0b53bdb-ad15-4542-b509-5814b2c15ec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FA6AAFA421B9418F78D257C3A7E55F" ma:contentTypeVersion="13" ma:contentTypeDescription="Create a new document." ma:contentTypeScope="" ma:versionID="30b4422dbb140da9a0e48d7138c42df5">
  <xsd:schema xmlns:xsd="http://www.w3.org/2001/XMLSchema" xmlns:xs="http://www.w3.org/2001/XMLSchema" xmlns:p="http://schemas.microsoft.com/office/2006/metadata/properties" xmlns:ns2="f7fa545e-6ab3-4693-ba7e-0093980d26aa" xmlns:ns3="e0b53bdb-ad15-4542-b509-5814b2c15ecb" targetNamespace="http://schemas.microsoft.com/office/2006/metadata/properties" ma:root="true" ma:fieldsID="6845d2288d5cc41e409429ecfe7a8840" ns2:_="" ns3:_="">
    <xsd:import namespace="f7fa545e-6ab3-4693-ba7e-0093980d26aa"/>
    <xsd:import namespace="e0b53bdb-ad15-4542-b509-5814b2c15e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fa545e-6ab3-4693-ba7e-0093980d26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b53bdb-ad15-4542-b509-5814b2c15ec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21481f0-cbe1-4fe5-852c-01962b083b4e}" ma:internalName="TaxCatchAll" ma:showField="CatchAllData" ma:web="e0b53bdb-ad15-4542-b509-5814b2c15e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6F92E7D-D4AD-4C5E-8AAC-E4198FAC3788}">
  <ds:schemaRefs>
    <ds:schemaRef ds:uri="http://schemas.microsoft.com/office/2006/metadata/properties"/>
    <ds:schemaRef ds:uri="http://schemas.microsoft.com/office/infopath/2007/PartnerControls"/>
    <ds:schemaRef ds:uri="f7fa545e-6ab3-4693-ba7e-0093980d26aa"/>
    <ds:schemaRef ds:uri="e0b53bdb-ad15-4542-b509-5814b2c15ecb"/>
  </ds:schemaRefs>
</ds:datastoreItem>
</file>

<file path=customXml/itemProps2.xml><?xml version="1.0" encoding="utf-8"?>
<ds:datastoreItem xmlns:ds="http://schemas.openxmlformats.org/officeDocument/2006/customXml" ds:itemID="{1AAE8EB3-4CB3-483A-A899-A54529AD041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E855D6-0088-4BB3-8F66-C9017F31AC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7fa545e-6ab3-4693-ba7e-0093980d26aa"/>
    <ds:schemaRef ds:uri="e0b53bdb-ad15-4542-b509-5814b2c15e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30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GATER, JOE A. (Student)</dc:creator>
  <cp:lastModifiedBy>GATER, JOE A. (Student)</cp:lastModifiedBy>
  <cp:revision>2</cp:revision>
  <dcterms:created xsi:type="dcterms:W3CDTF">2025-11-04T23:42:04Z</dcterms:created>
  <dcterms:modified xsi:type="dcterms:W3CDTF">2025-11-05T16:45:55Z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0x010100C3FA6AAFA421B9418F78D257C3A7E55F</vt:lpwstr>
  </property>
  <property fmtid="{D5CDD505-2E9C-101B-9397-08002B2CF9AE}" pid="3" name="MediaServiceImageTags">
    <vt:lpwstr/>
  </property>
</Properties>
</file>