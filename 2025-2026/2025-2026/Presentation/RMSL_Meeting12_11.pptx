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ZAC, SCARLETT (Student)" userId="a54440c0-9c72-4280-a04f-0709e7e446eb" providerId="ADAL" clId="{7F3777BB-5F71-492F-8FBB-62320DD2F3CF}"/>
    <pc:docChg chg="custSel modSld">
      <pc:chgData name="LUZAC, SCARLETT (Student)" userId="a54440c0-9c72-4280-a04f-0709e7e446eb" providerId="ADAL" clId="{7F3777BB-5F71-492F-8FBB-62320DD2F3CF}" dt="2025-11-19T09:49:30.005" v="15" actId="1076"/>
      <pc:docMkLst>
        <pc:docMk/>
      </pc:docMkLst>
      <pc:sldChg chg="addSp delSp modSp mod">
        <pc:chgData name="LUZAC, SCARLETT (Student)" userId="a54440c0-9c72-4280-a04f-0709e7e446eb" providerId="ADAL" clId="{7F3777BB-5F71-492F-8FBB-62320DD2F3CF}" dt="2025-11-19T09:49:30.005" v="15" actId="1076"/>
        <pc:sldMkLst>
          <pc:docMk/>
          <pc:sldMk cId="2895996609" sldId="256"/>
        </pc:sldMkLst>
        <pc:picChg chg="add del mod">
          <ac:chgData name="LUZAC, SCARLETT (Student)" userId="a54440c0-9c72-4280-a04f-0709e7e446eb" providerId="ADAL" clId="{7F3777BB-5F71-492F-8FBB-62320DD2F3CF}" dt="2025-11-19T09:48:55.978" v="7" actId="478"/>
          <ac:picMkLst>
            <pc:docMk/>
            <pc:sldMk cId="2895996609" sldId="256"/>
            <ac:picMk id="3" creationId="{9716A93C-9C08-5434-29D7-88550954592F}"/>
          </ac:picMkLst>
        </pc:picChg>
        <pc:picChg chg="add mod">
          <ac:chgData name="LUZAC, SCARLETT (Student)" userId="a54440c0-9c72-4280-a04f-0709e7e446eb" providerId="ADAL" clId="{7F3777BB-5F71-492F-8FBB-62320DD2F3CF}" dt="2025-11-19T09:49:11.418" v="12" actId="1076"/>
          <ac:picMkLst>
            <pc:docMk/>
            <pc:sldMk cId="2895996609" sldId="256"/>
            <ac:picMk id="5" creationId="{C898457B-7953-CB17-F2D7-3495CB354BBC}"/>
          </ac:picMkLst>
        </pc:picChg>
        <pc:picChg chg="del">
          <ac:chgData name="LUZAC, SCARLETT (Student)" userId="a54440c0-9c72-4280-a04f-0709e7e446eb" providerId="ADAL" clId="{7F3777BB-5F71-492F-8FBB-62320DD2F3CF}" dt="2025-11-19T09:48:09.033" v="0" actId="478"/>
          <ac:picMkLst>
            <pc:docMk/>
            <pc:sldMk cId="2895996609" sldId="256"/>
            <ac:picMk id="8" creationId="{A1F52CA3-52E5-52B7-98A8-9691A986E37E}"/>
          </ac:picMkLst>
        </pc:picChg>
        <pc:picChg chg="add mod">
          <ac:chgData name="LUZAC, SCARLETT (Student)" userId="a54440c0-9c72-4280-a04f-0709e7e446eb" providerId="ADAL" clId="{7F3777BB-5F71-492F-8FBB-62320DD2F3CF}" dt="2025-11-19T09:49:30.005" v="15" actId="1076"/>
          <ac:picMkLst>
            <pc:docMk/>
            <pc:sldMk cId="2895996609" sldId="256"/>
            <ac:picMk id="9" creationId="{D1DA5E15-294D-A477-C9EF-0AA4E139C507}"/>
          </ac:picMkLst>
        </pc:picChg>
      </pc:sldChg>
    </pc:docChg>
  </pc:docChgLst>
  <pc:docChgLst>
    <pc:chgData name="LUZAC, SCARLETT (Student)" userId="a54440c0-9c72-4280-a04f-0709e7e446eb" providerId="ADAL" clId="{8001E7B7-9290-46E5-91B3-84247AF4D42C}"/>
    <pc:docChg chg="modSld">
      <pc:chgData name="LUZAC, SCARLETT (Student)" userId="a54440c0-9c72-4280-a04f-0709e7e446eb" providerId="ADAL" clId="{8001E7B7-9290-46E5-91B3-84247AF4D42C}" dt="2025-11-19T16:20:15.475" v="2" actId="1076"/>
      <pc:docMkLst>
        <pc:docMk/>
      </pc:docMkLst>
      <pc:sldChg chg="modSp mod">
        <pc:chgData name="LUZAC, SCARLETT (Student)" userId="a54440c0-9c72-4280-a04f-0709e7e446eb" providerId="ADAL" clId="{8001E7B7-9290-46E5-91B3-84247AF4D42C}" dt="2025-11-19T16:20:15.475" v="2" actId="1076"/>
        <pc:sldMkLst>
          <pc:docMk/>
          <pc:sldMk cId="2895996609" sldId="256"/>
        </pc:sldMkLst>
        <pc:picChg chg="mod">
          <ac:chgData name="LUZAC, SCARLETT (Student)" userId="a54440c0-9c72-4280-a04f-0709e7e446eb" providerId="ADAL" clId="{8001E7B7-9290-46E5-91B3-84247AF4D42C}" dt="2025-11-19T16:20:14.669" v="1" actId="1076"/>
          <ac:picMkLst>
            <pc:docMk/>
            <pc:sldMk cId="2895996609" sldId="256"/>
            <ac:picMk id="5" creationId="{C898457B-7953-CB17-F2D7-3495CB354BBC}"/>
          </ac:picMkLst>
        </pc:picChg>
        <pc:picChg chg="mod">
          <ac:chgData name="LUZAC, SCARLETT (Student)" userId="a54440c0-9c72-4280-a04f-0709e7e446eb" providerId="ADAL" clId="{8001E7B7-9290-46E5-91B3-84247AF4D42C}" dt="2025-11-19T16:20:15.475" v="2" actId="1076"/>
          <ac:picMkLst>
            <pc:docMk/>
            <pc:sldMk cId="2895996609" sldId="256"/>
            <ac:picMk id="6" creationId="{477FEEDC-3CAF-AAF2-6153-72F9CC26C7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AF28-C19C-95BD-426C-43C0F54EB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54C99-E613-864B-7256-DB8C0AD65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FE9B1-FAE8-F9DC-8A58-10004516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9180F-8C85-4F29-7292-AF8E2FE1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BF2B-B75F-59E1-F164-99E3C4F8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77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83AB-3ED5-CD77-29B7-97954F7D9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214D-9CB8-D412-2CC7-080D9E7F4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CEAAA-C888-0B63-74BC-59B621E8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50E13-68B3-B30D-BCFE-BDD8BA4D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C2A2-42DE-4AD1-614C-87F29EB0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04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47CD-3513-E28E-A23A-7103F2AB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DAFE4-1B42-F19E-0D45-D890AF767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D0B02-F89C-7F21-0620-93C1A300C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92AE3-5921-605F-985D-CC7042DF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CCE2-8E43-13EA-B6A6-41B09106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92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2191-854F-E6AE-ECDE-D22F1552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E5FC-D199-6882-70F1-6AF99AC84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B8AE1-18F2-9477-03E1-EB72C627E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67C73-FDB1-7323-6A1F-DA13FF39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16016-4A5F-0BE5-F7CB-73ED0B1D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23E92-F470-8CEF-82CB-E4E3F07F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43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0D72-F909-5CEB-084D-A59FDFD70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F7D54-78D1-441C-180F-75FE6EC96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F7803-5470-E7D0-36D2-DF7CD8C02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F5349-285D-F9C9-F839-53D717C4D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DF16CB-FD93-C586-ABA6-1BA0AADEF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A7670-C176-65F1-7BDE-5919CC4F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5CB3C2-146D-5918-BB5E-E79BE7E0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B0822-9DDF-3B9B-08B6-617DCE4C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65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5D11-2BCA-7EE5-1659-7BCECDB5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74A78-A9E7-112A-56D2-A2667517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15ABE-51ED-1468-04D8-5EA4C205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7D5D2-63C3-A682-840D-B10A329D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52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733F4-F5D6-3706-A360-F32CB154D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A2E8B-965D-8570-7997-7600C4A6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7767A-7102-1244-158D-7E341BA3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974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87161-CD9F-2F67-1AB0-9C9CBEE5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5F98-24AE-54D2-DB7F-060FECABD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F065E-A7EA-85DE-7B90-313138C8F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8A7D7-F3D5-C307-B36B-522D90B6F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095D5-70EE-FD4B-8FD4-CB1887FC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37862-DA17-D419-5401-A880ABE70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765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9710C-6FEC-F7DE-6A5A-E3B53D1C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E1B35-66F1-9059-B64F-805BF37AD1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F0B2-5C80-4FD7-9D6D-D7BE90F94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EDFE0-0AC9-DF45-0E95-F96A54BB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D6BB9-39AE-56D8-0791-C57ED0A6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1DD06-B378-CB77-6C80-A59A20F8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19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7859-09D1-7E68-0D1F-F637213E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D2420-6CA6-1E36-5D76-70FEBD712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257ED-A698-EC06-E39F-E27615CF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F41F6-8F75-5FA3-B227-AD279C78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FAC1E-E3BE-B9A9-AB9C-C893ECFB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991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939EA-CA3E-465E-5495-63F21F174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8BEAD-9D58-9E3C-AB0B-267086B43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1FE65-F7A8-D6C4-4849-401E4818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A4F7A-85E0-3033-B663-ABD7EDC2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BB2F9-B18C-9ED9-72D0-0A902F1D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71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C1E2E-813F-A4EB-EE49-59579DA6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60942-99AE-9C5D-314B-539720477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12C0B-EED2-8114-4235-47DCB3DD2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8D488-4A8C-4D20-9F2B-D24EE085596C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E761E-2440-8587-30F3-E8CEA14E6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CE62-2A32-AB0A-154F-36D8D0F9E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EE102-571E-43FB-B20C-AF49C23DEE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5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21636F0-30D1-ED98-DA08-D1CE9FECD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91" y="1123527"/>
            <a:ext cx="3453600" cy="46048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with red lines&#10;&#10;AI-generated content may be incorrect.">
            <a:extLst>
              <a:ext uri="{FF2B5EF4-FFF2-40B4-BE49-F238E27FC236}">
                <a16:creationId xmlns:a16="http://schemas.microsoft.com/office/drawing/2014/main" id="{477FEEDC-3CAF-AAF2-6153-72F9CC26C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210" y="2468438"/>
            <a:ext cx="3537345" cy="1768671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898457B-7953-CB17-F2D7-3495CB354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210" y="582054"/>
            <a:ext cx="4115405" cy="2770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DA5E15-294D-A477-C9EF-0AA4E139C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820" y="3690498"/>
            <a:ext cx="3894553" cy="237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96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f7f1bf5eadb5e5dcebbff0a97f5959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718ccbe7b4448f5c7f430195ede52f36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1B210B-6D27-41F3-9FD6-2D384D422F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49B193-5C98-4D63-B46F-001F27D13773}">
  <ds:schemaRefs>
    <ds:schemaRef ds:uri="http://purl.org/dc/dcmitype/"/>
    <ds:schemaRef ds:uri="http://purl.org/dc/terms/"/>
    <ds:schemaRef ds:uri="http://www.w3.org/XML/1998/namespace"/>
    <ds:schemaRef ds:uri="f7fa545e-6ab3-4693-ba7e-0093980d26aa"/>
    <ds:schemaRef ds:uri="http://purl.org/dc/elements/1.1/"/>
    <ds:schemaRef ds:uri="http://schemas.microsoft.com/office/infopath/2007/PartnerControls"/>
    <ds:schemaRef ds:uri="e0b53bdb-ad15-4542-b509-5814b2c15ecb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4C50ABA-47CF-4D6F-9232-4C94B5D4AB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fa545e-6ab3-4693-ba7e-0093980d26aa"/>
    <ds:schemaRef ds:uri="e0b53bdb-ad15-4542-b509-5814b2c15e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MURRAY, RUFUS W. (Student)</dc:creator>
  <cp:lastModifiedBy>LUZAC, SCARLETT (Student)</cp:lastModifiedBy>
  <cp:revision>12</cp:revision>
  <dcterms:created xsi:type="dcterms:W3CDTF">2025-10-30T15:32:58Z</dcterms:created>
  <dcterms:modified xsi:type="dcterms:W3CDTF">2025-11-19T16:20:25Z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  <property fmtid="{D5CDD505-2E9C-101B-9397-08002B2CF9AE}" pid="3" name="MediaServiceImageTags">
    <vt:lpwstr/>
  </property>
</Properties>
</file>