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5" d="100"/>
          <a:sy n="95" d="100"/>
        </p:scale>
        <p:origin x="29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A5504-F6A2-4719-CC6C-B3A8548D5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252D9-51B0-5285-B90E-B29EC5FCC9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B48B5-AD88-D958-1D87-DB895E4B9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6FA6D-A0C8-4B03-AA5F-5284484E860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20B60-F57F-CC52-A3FE-335A6EB5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B7A3C-9A35-E132-CB7D-BFBC3C44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B666C-57B8-40D1-995E-DE5AE283C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91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9618-AC9B-9DC5-F231-1259EDC03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73ACB-BC99-31EA-0735-25F687D7D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8762A-1F94-4B7F-435B-CE6F0A32A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6FA6D-A0C8-4B03-AA5F-5284484E860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22000-1CD9-E9D0-636E-EE610D176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460C2-7F85-65DF-D8C5-46DB0B05E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B666C-57B8-40D1-995E-DE5AE283C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226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A048F-3A7C-76A1-55A3-DBE66CEA2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CC7DA-3F1E-CDA3-6DFF-B1C069087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0AFED-BF2C-A83F-CD47-19DC5135D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6FA6D-A0C8-4B03-AA5F-5284484E860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7DD2A-3FDA-F575-9600-BB4506BE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A4273-E729-4709-5709-93F413D73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B666C-57B8-40D1-995E-DE5AE283C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73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4809A-37DB-FD9F-CB4C-0BEE570A7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AC895-9DAA-4A6C-DA33-7AD0B672D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FEBB11-9D48-6EE5-2731-5B0923259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5020C-B86D-2DC7-6594-9B8CAC326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6FA6D-A0C8-4B03-AA5F-5284484E860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4260AA-E19F-EF25-99BA-63A25449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39C6E-06B3-C3DB-E29E-9117DD9AE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B666C-57B8-40D1-995E-DE5AE283C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7680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3139-03F0-220E-381B-70A4DB7DC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B05D9-B8D9-04FA-FAF1-0CE66BD8E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01932-FFF1-5C9C-E484-861C4D920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1CC995-D819-F17B-12F7-5E4C5A40B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E41F87-1455-FA16-8BC2-AEEFFC1FA0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7D5CE2-A3E3-5C85-3A87-1AD44251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6FA6D-A0C8-4B03-AA5F-5284484E860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75C387-6314-4A05-C592-6FA9720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D8AB8-272B-3A54-F4D8-2ACADE46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B666C-57B8-40D1-995E-DE5AE283C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51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43850-B520-F114-37FA-AF5E2A02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ED4DBA-ADAC-537C-6EA7-702FB923D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6FA6D-A0C8-4B03-AA5F-5284484E860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4B76C-7947-972C-0659-574B49E91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BE75E0-3BED-DBCA-FCD8-29049850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B666C-57B8-40D1-995E-DE5AE283C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95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FA6D4F-A380-5178-6920-6F2A582CF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6FA6D-A0C8-4B03-AA5F-5284484E860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3BC90-D473-D866-063F-FF44AB430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F2C40-AE74-8AD9-8507-3BC93498E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B666C-57B8-40D1-995E-DE5AE283C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6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342E6-75C6-EE69-9C9C-E547937C0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35343-BE3B-09D9-0048-C67F0B196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E93FF-6269-2D8A-027E-441541922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90A83-B39A-4C02-9D32-045258D1C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6FA6D-A0C8-4B03-AA5F-5284484E860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3BBC87-143F-1E8A-3803-200F2863C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073EF-D386-2F34-335E-901A051D7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B666C-57B8-40D1-995E-DE5AE283C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613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6641-0188-16D3-284B-70935EEA5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20E5C2-D52A-BF23-4B57-B929CBF770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8634E-A2E0-CE9A-DEDF-15A978ED5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E85CE-A578-2369-6B59-585BFECF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6FA6D-A0C8-4B03-AA5F-5284484E860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9A1265-CEB0-29CC-C11E-BEFF07E4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2C2BB-7825-701F-53A9-2BA8DFDD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B666C-57B8-40D1-995E-DE5AE283C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96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75F62-089D-596C-14E9-CBF12440D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F7E0F-1C0D-2843-456A-00E3D4BA8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0A3BE-5025-8ADA-E5C8-41A00F958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6FA6D-A0C8-4B03-AA5F-5284484E860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05B1A-2676-D8DF-B939-53F2326DB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C1DA7-8E17-BE3D-2F97-3719DC787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B666C-57B8-40D1-995E-DE5AE283C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572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89D5EC-2E3D-28B8-AFC8-A3A8E2FA7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60F4E-E488-6154-4A1B-31136A7F4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6D497-B03E-B897-85FC-0F0B9DD36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6FA6D-A0C8-4B03-AA5F-5284484E860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61A95-A1C5-D59E-8C25-93459271C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50BD1-9A41-A629-B7E3-4220A0F3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B666C-57B8-40D1-995E-DE5AE283C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83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C579B1-39B0-ED3F-961B-D86F1E37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F546DF-073F-570F-19CC-E6165E132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F16DF-EE45-D2EA-499E-BE5CA185D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6FA6D-A0C8-4B03-AA5F-5284484E860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6E54A-F459-C328-7D72-0635A1FB6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78C15-F2E4-2060-BA6A-A5CBC3AAF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1B666C-57B8-40D1-995E-DE5AE283CB7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260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03E8B-6FDE-72BE-2B32-AF9CD8A8B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9891" y="169557"/>
            <a:ext cx="9144000" cy="984766"/>
          </a:xfrm>
        </p:spPr>
        <p:txBody>
          <a:bodyPr>
            <a:normAutofit fontScale="90000"/>
          </a:bodyPr>
          <a:lstStyle/>
          <a:p>
            <a:r>
              <a:rPr lang="en-GB" dirty="0"/>
              <a:t>Gate Driver Hardware – IR2110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9B968-B0C0-4D9D-E83D-48D71FEC80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272"/>
          <a:stretch>
            <a:fillRect/>
          </a:stretch>
        </p:blipFill>
        <p:spPr>
          <a:xfrm>
            <a:off x="1320117" y="1199062"/>
            <a:ext cx="8175109" cy="26484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1C7211-4A96-A1B4-339E-6B75CE224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031" y="4453933"/>
            <a:ext cx="4605719" cy="223451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B5E03AE-3ACF-7C23-FAC3-B5B9A97FDB85}"/>
              </a:ext>
            </a:extLst>
          </p:cNvPr>
          <p:cNvCxnSpPr/>
          <p:nvPr/>
        </p:nvCxnSpPr>
        <p:spPr>
          <a:xfrm flipV="1">
            <a:off x="6176742" y="3748434"/>
            <a:ext cx="0" cy="57528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355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3" ma:contentTypeDescription="Create a new document." ma:contentTypeScope="" ma:versionID="30b4422dbb140da9a0e48d7138c42df5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6845d2288d5cc41e409429ecfe7a8840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Props1.xml><?xml version="1.0" encoding="utf-8"?>
<ds:datastoreItem xmlns:ds="http://schemas.openxmlformats.org/officeDocument/2006/customXml" ds:itemID="{AC08D5F9-575A-4018-BCF3-F2F4EA5D4678}"/>
</file>

<file path=customXml/itemProps2.xml><?xml version="1.0" encoding="utf-8"?>
<ds:datastoreItem xmlns:ds="http://schemas.openxmlformats.org/officeDocument/2006/customXml" ds:itemID="{FF059CD0-A9F6-4940-8332-1688E7DF5390}"/>
</file>

<file path=customXml/itemProps3.xml><?xml version="1.0" encoding="utf-8"?>
<ds:datastoreItem xmlns:ds="http://schemas.openxmlformats.org/officeDocument/2006/customXml" ds:itemID="{D7935925-5F5F-41D6-A86C-1A8CA839873C}"/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Gate Driver Hardware – IR2110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NOORALAHIYAN, KIAN (Student)</dc:creator>
  <cp:lastModifiedBy>NOORALAHIYAN, KIAN (Student)</cp:lastModifiedBy>
  <cp:revision>1</cp:revision>
  <dcterms:created xsi:type="dcterms:W3CDTF">2025-11-11T23:31:20Z</dcterms:created>
  <dcterms:modified xsi:type="dcterms:W3CDTF">2025-11-12T10:59:10Z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</Properties>
</file>