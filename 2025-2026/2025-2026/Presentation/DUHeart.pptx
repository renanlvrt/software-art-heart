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B0FAC5-B3E6-A724-566A-04AA33A44294}" v="78" dt="2025-11-19T13:09:05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18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31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5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9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0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3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0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64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94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rainbow colored spiraling rings&#10;&#10;AI-generated content may be incorrect.">
            <a:extLst>
              <a:ext uri="{FF2B5EF4-FFF2-40B4-BE49-F238E27FC236}">
                <a16:creationId xmlns:a16="http://schemas.microsoft.com/office/drawing/2014/main" id="{CDA3DB54-EF88-0D92-06F0-8A8EAC5DA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3"/>
          <a:stretch>
            <a:fillRect/>
          </a:stretch>
        </p:blipFill>
        <p:spPr>
          <a:xfrm>
            <a:off x="20" y="10"/>
            <a:ext cx="8113466" cy="68579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9663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38A6-6A0D-079D-EBB4-35655F593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1"/>
            <a:ext cx="4548777" cy="1981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COMSOL:</a:t>
            </a:r>
            <a:br>
              <a:rPr lang="en-GB" sz="6000" dirty="0">
                <a:solidFill>
                  <a:srgbClr val="FFFFFF"/>
                </a:solidFill>
              </a:rPr>
            </a:br>
            <a:r>
              <a:rPr lang="en-GB" sz="2800" dirty="0">
                <a:solidFill>
                  <a:srgbClr val="FFFFFF"/>
                </a:solidFill>
              </a:rPr>
              <a:t>Testing the temperature of the skin between two coils.</a:t>
            </a:r>
            <a:endParaRPr lang="fr-FR" sz="6000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D83B3C39-069D-FAF8-A842-115BD2B6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86" r="15220"/>
          <a:stretch>
            <a:fillRect/>
          </a:stretch>
        </p:blipFill>
        <p:spPr>
          <a:xfrm>
            <a:off x="7803244" y="-1"/>
            <a:ext cx="4388756" cy="68579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1EEC40-7825-342C-7E4E-F9F83E9AD104}"/>
              </a:ext>
            </a:extLst>
          </p:cNvPr>
          <p:cNvSpPr/>
          <p:nvPr/>
        </p:nvSpPr>
        <p:spPr>
          <a:xfrm>
            <a:off x="6386285" y="-689989"/>
            <a:ext cx="6842260" cy="5413829"/>
          </a:xfrm>
          <a:prstGeom prst="rect">
            <a:avLst/>
          </a:prstGeom>
          <a:solidFill>
            <a:schemeClr val="bg1">
              <a:alpha val="15000"/>
            </a:schemeClr>
          </a:solidFill>
          <a:effectLst>
            <a:outerShdw blurRad="50800" dist="50800" dir="5400000" algn="ctr" rotWithShape="0">
              <a:srgbClr val="000000"/>
            </a:outerShdw>
            <a:softEdge rad="12700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7DDBC-FE25-AA22-AF30-E009499E8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3244" y="1138252"/>
            <a:ext cx="4375730" cy="2512835"/>
          </a:xfrm>
        </p:spPr>
        <p:txBody>
          <a:bodyPr anchor="t">
            <a:normAutofit/>
          </a:bodyPr>
          <a:lstStyle/>
          <a:p>
            <a:pPr algn="ctr"/>
            <a:r>
              <a:rPr lang="en-GB" u="sng" dirty="0"/>
              <a:t>Last week’s summary</a:t>
            </a:r>
            <a:r>
              <a:rPr lang="en-GB" dirty="0"/>
              <a:t>:</a:t>
            </a:r>
            <a:endParaRPr lang="en-US"/>
          </a:p>
          <a:p>
            <a:r>
              <a:rPr lang="en-GB" dirty="0"/>
              <a:t>Creation of the 3d models For the coils and skin.</a:t>
            </a:r>
          </a:p>
        </p:txBody>
      </p:sp>
    </p:spTree>
    <p:extLst>
      <p:ext uri="{BB962C8B-B14F-4D97-AF65-F5344CB8AC3E}">
        <p14:creationId xmlns:p14="http://schemas.microsoft.com/office/powerpoint/2010/main" val="2824707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8183-1421-9AD6-DFCA-481DA641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blue and white rectangular object with a black circle&#10;&#10;AI-generated content may be incorrect.">
            <a:extLst>
              <a:ext uri="{FF2B5EF4-FFF2-40B4-BE49-F238E27FC236}">
                <a16:creationId xmlns:a16="http://schemas.microsoft.com/office/drawing/2014/main" id="{C0AAEDB3-BC1E-FCD1-8507-B887B9218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6772" y="-1240"/>
            <a:ext cx="6045256" cy="725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715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f7f1bf5eadb5e5dcebbff0a97f5959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718ccbe7b4448f5c7f430195ede52f36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4CFAEA94-57DA-4C10-BEC3-8FEABFEBA376}"/>
</file>

<file path=customXml/itemProps2.xml><?xml version="1.0" encoding="utf-8"?>
<ds:datastoreItem xmlns:ds="http://schemas.openxmlformats.org/officeDocument/2006/customXml" ds:itemID="{1F964970-14CD-4769-B889-13DD143386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5021E6-F6C9-4174-8ED0-2F24EACBE3E3}">
  <ds:schemaRefs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750be0c4-f5dc-4f4b-afde-882c82ecfe4f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DashVTI</vt:lpstr>
      <vt:lpstr>COMSOL: Testing the temperature of the skin between two coils.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LAVIROTTE, RENAN S.M. (Student)</dc:creator>
  <cp:lastModifiedBy>LAVIROTTE, RENAN S.M. (Student)</cp:lastModifiedBy>
  <cp:revision>24</cp:revision>
  <dcterms:created xsi:type="dcterms:W3CDTF">2025-11-11T21:32:12Z</dcterms:created>
  <dcterms:modified xsi:type="dcterms:W3CDTF">2025-11-19T13:11:25Z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