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3EEFE4-FD9D-9582-6F50-420406BEC4CA}" v="375" dt="2025-11-05T13:00:07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ALEX S. (Student)" userId="S::rcsd64@durham.ac.uk::f85d7876-e947-4086-abdd-4ae98e0e0611" providerId="AD" clId="Web-{CB3EEFE4-FD9D-9582-6F50-420406BEC4CA}"/>
    <pc:docChg chg="modSld">
      <pc:chgData name="JOHNSON, ALEX S. (Student)" userId="S::rcsd64@durham.ac.uk::f85d7876-e947-4086-abdd-4ae98e0e0611" providerId="AD" clId="Web-{CB3EEFE4-FD9D-9582-6F50-420406BEC4CA}" dt="2025-11-05T13:00:07.466" v="204" actId="20577"/>
      <pc:docMkLst>
        <pc:docMk/>
      </pc:docMkLst>
      <pc:sldChg chg="addSp delSp modSp">
        <pc:chgData name="JOHNSON, ALEX S. (Student)" userId="S::rcsd64@durham.ac.uk::f85d7876-e947-4086-abdd-4ae98e0e0611" providerId="AD" clId="Web-{CB3EEFE4-FD9D-9582-6F50-420406BEC4CA}" dt="2025-11-05T13:00:07.466" v="204" actId="20577"/>
        <pc:sldMkLst>
          <pc:docMk/>
          <pc:sldMk cId="109857222" sldId="256"/>
        </pc:sldMkLst>
        <pc:spChg chg="del">
          <ac:chgData name="JOHNSON, ALEX S. (Student)" userId="S::rcsd64@durham.ac.uk::f85d7876-e947-4086-abdd-4ae98e0e0611" providerId="AD" clId="Web-{CB3EEFE4-FD9D-9582-6F50-420406BEC4CA}" dt="2025-11-05T12:48:45.973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JOHNSON, ALEX S. (Student)" userId="S::rcsd64@durham.ac.uk::f85d7876-e947-4086-abdd-4ae98e0e0611" providerId="AD" clId="Web-{CB3EEFE4-FD9D-9582-6F50-420406BEC4CA}" dt="2025-11-05T12:48:45.973" v="0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JOHNSON, ALEX S. (Student)" userId="S::rcsd64@durham.ac.uk::f85d7876-e947-4086-abdd-4ae98e0e0611" providerId="AD" clId="Web-{CB3EEFE4-FD9D-9582-6F50-420406BEC4CA}" dt="2025-11-05T12:52:20.743" v="10"/>
          <ac:spMkLst>
            <pc:docMk/>
            <pc:sldMk cId="109857222" sldId="256"/>
            <ac:spMk id="5" creationId="{9AE695D1-76DE-8137-0271-91861EFCB090}"/>
          </ac:spMkLst>
        </pc:spChg>
        <pc:spChg chg="add mod">
          <ac:chgData name="JOHNSON, ALEX S. (Student)" userId="S::rcsd64@durham.ac.uk::f85d7876-e947-4086-abdd-4ae98e0e0611" providerId="AD" clId="Web-{CB3EEFE4-FD9D-9582-6F50-420406BEC4CA}" dt="2025-11-05T13:00:07.466" v="204" actId="20577"/>
          <ac:spMkLst>
            <pc:docMk/>
            <pc:sldMk cId="109857222" sldId="256"/>
            <ac:spMk id="6" creationId="{86027993-F759-5CB1-7DFF-E168C5A1E403}"/>
          </ac:spMkLst>
        </pc:spChg>
        <pc:picChg chg="add mod">
          <ac:chgData name="JOHNSON, ALEX S. (Student)" userId="S::rcsd64@durham.ac.uk::f85d7876-e947-4086-abdd-4ae98e0e0611" providerId="AD" clId="Web-{CB3EEFE4-FD9D-9582-6F50-420406BEC4CA}" dt="2025-11-05T12:51:14.523" v="7" actId="1076"/>
          <ac:picMkLst>
            <pc:docMk/>
            <pc:sldMk cId="109857222" sldId="256"/>
            <ac:picMk id="4" creationId="{C83E56AB-68F1-23E3-56B6-02D74855AC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chip with many colored lights&#10;&#10;AI-generated content may be incorrect.">
            <a:extLst>
              <a:ext uri="{FF2B5EF4-FFF2-40B4-BE49-F238E27FC236}">
                <a16:creationId xmlns:a16="http://schemas.microsoft.com/office/drawing/2014/main" id="{C83E56AB-68F1-23E3-56B6-02D74855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267" y="67518"/>
            <a:ext cx="5414304" cy="6722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027993-F759-5CB1-7DFF-E168C5A1E403}"/>
              </a:ext>
            </a:extLst>
          </p:cNvPr>
          <p:cNvSpPr txBox="1"/>
          <p:nvPr/>
        </p:nvSpPr>
        <p:spPr>
          <a:xfrm>
            <a:off x="246742" y="159657"/>
            <a:ext cx="625565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Last week ago: Finished code for PWM and finished </a:t>
            </a:r>
            <a:r>
              <a:rPr lang="en-GB" err="1"/>
              <a:t>Wokwi</a:t>
            </a:r>
            <a:r>
              <a:rPr lang="en-GB" dirty="0"/>
              <a:t> simulations. </a:t>
            </a:r>
          </a:p>
          <a:p>
            <a:endParaRPr lang="en-GB" dirty="0"/>
          </a:p>
          <a:p>
            <a:r>
              <a:rPr lang="en-GB" dirty="0"/>
              <a:t>Started on PCB design and layouts for original inverter design. 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week: Discussions about new inverter, implement any discussed changes. </a:t>
            </a:r>
          </a:p>
          <a:p>
            <a:endParaRPr lang="en-GB" dirty="0"/>
          </a:p>
          <a:p>
            <a:r>
              <a:rPr lang="en-GB" dirty="0"/>
              <a:t>Then adjust PCB and begin PWM for rectifier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E109B5-6198-4864-8CB7-008579529425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EF1639FD-32B4-4447-A65F-603ED4F0F5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50CB0C-6924-45FA-B4E4-EE4D7408EB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2025-11-05T09:06:40Z</dcterms:created>
  <dcterms:modified xsi:type="dcterms:W3CDTF">2025-11-05T13:00:11Z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