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1095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A443-4A3C-2FCB-C2F6-3D708D6FC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219CD-8437-3C0D-6299-98A976158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A641-38AB-5309-1BD8-38D6E848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35A9-157D-EAFE-6056-2F51E316A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B5D3-AABD-DC3A-74EC-54629C58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03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42E0-88EE-6BD5-5B3A-EB86BF24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B774-6BF9-5E24-2827-869DC7899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FC9EF-84BF-6633-CF40-51338F55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D11E-7BC4-8F06-79EB-1B986FCC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6AACB-E390-1CB5-E4CA-F317959B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4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B553-2971-A600-216A-36BEB5C6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BE872-FE27-9B31-6D1D-082885D7D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80CEA-6910-E8A9-2789-D0CFC8FD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8B6C5-0E29-D0A6-F9D5-E8EB731C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BDF38-BE8A-D83D-A188-BE1B4997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593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E5F9-C26C-695F-6A43-A4F15F86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B0F60-F103-A9A0-4799-6550362D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651D6-A712-E944-A8CD-B0373734B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1112A-2352-E1BE-944B-6B69C7A9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CA6B3-D103-69E2-CA89-BBE25569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3A887-C3C6-3BBE-4832-DC6DBCC2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00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B282-2BE6-ABB0-A617-3BF20835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50C21-CA92-82F2-68EF-F6B86BA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EA76D-8E62-83EB-AB42-83E99D346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CE2C1-952C-3696-C8A3-543B8982A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B6EBB-3B44-1A06-C251-FBF3CD139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622FEF-F308-FB54-8B5A-F9923A4E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93F2F-B429-B326-F5E6-10B54572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975D48-1EF0-E3BD-D683-61E56F04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40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3200-5728-E4F2-D7FC-8A3AF689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9ECAE-E3F9-CC4C-69C6-5E37868E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D7F39-3F29-040B-78F9-B0E4FB76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12E60-FB62-F87B-9CDA-96CEFA69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31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59E95-6385-AB32-6450-D3737380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C2C8F-C238-0661-4CCC-753772D0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7469D-543C-09F3-5709-D9B7858A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4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3526-0D12-AE04-D5F5-760AB7E9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A9AC-82B4-F9BD-C07F-B81271026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692F7-E763-65F2-36EA-A741D7FEC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0179D-B9D8-6A93-58BB-28063C73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11A57-1BED-4029-BCCA-C4C5C4D2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2A06E-9E09-3530-5A40-3DCA7058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42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D611-9AB2-5D26-752C-B7DC4101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33028-E3AD-F275-BA14-48643FFCC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F8B4E-15D0-5A43-39EA-E041940D9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C812A-929C-DD2D-DA0D-F8E1A76F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6D064-1660-B35B-06E0-93DDB5B8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14777-FDB6-87A8-9D28-906D3F80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6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D94D-5E4B-A3EF-6181-9F6B07CC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2B402-A38B-2238-9F30-5B72083F7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89C01-3E59-3D42-295F-4D5DF9AE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5554F-F2D3-520D-C14D-202E3AA4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4EA77-5849-2BC7-D1E1-76BE8320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81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0F882-5382-5A0C-5C47-340F8267D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5A1B9-0820-5182-78D8-E0C9504B5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C5E7B-E6BA-63A0-55B3-ED215DD2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B4B0D-2D56-AD39-3E58-634EF55B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C0FD-B037-4FF3-938B-D2F4F9AC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83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6D457D-DBCE-FC25-EAEE-06953B4C8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FEA75-11BC-A866-5243-2A3515440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E51EC-ECDF-BAA5-F788-50394B9F2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4758A-174A-4BBC-AD47-B69D805A122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78DC6-F4A1-6796-5F89-7C2147EBA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2191E-4104-01EB-A675-2A52F3EE2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CFACE-A8A7-4AF7-A6AB-BA8349447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3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1D1D9E-11C2-A889-AA4F-A4E3F4F17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314" y="2921808"/>
            <a:ext cx="7647028" cy="3936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6A3547-171B-221B-F13D-03C6D0EF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021"/>
            <a:ext cx="7270738" cy="3731036"/>
          </a:xfrm>
          <a:prstGeom prst="rect">
            <a:avLst/>
          </a:prstGeom>
        </p:spPr>
      </p:pic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98965862-477F-BEE5-ED93-EC273DBCDD31}"/>
              </a:ext>
            </a:extLst>
          </p:cNvPr>
          <p:cNvSpPr/>
          <p:nvPr/>
        </p:nvSpPr>
        <p:spPr>
          <a:xfrm>
            <a:off x="5937103" y="72667"/>
            <a:ext cx="310106" cy="111880"/>
          </a:xfrm>
          <a:custGeom>
            <a:avLst/>
            <a:gdLst>
              <a:gd name="connsiteX0" fmla="*/ 13900 w 962182"/>
              <a:gd name="connsiteY0" fmla="*/ 371061 h 371061"/>
              <a:gd name="connsiteX1" fmla="*/ 648 w 962182"/>
              <a:gd name="connsiteY1" fmla="*/ 337930 h 371061"/>
              <a:gd name="connsiteX2" fmla="*/ 7274 w 962182"/>
              <a:gd name="connsiteY2" fmla="*/ 99391 h 371061"/>
              <a:gd name="connsiteX3" fmla="*/ 20526 w 962182"/>
              <a:gd name="connsiteY3" fmla="*/ 79513 h 371061"/>
              <a:gd name="connsiteX4" fmla="*/ 66909 w 962182"/>
              <a:gd name="connsiteY4" fmla="*/ 46383 h 371061"/>
              <a:gd name="connsiteX5" fmla="*/ 133170 w 962182"/>
              <a:gd name="connsiteY5" fmla="*/ 19878 h 371061"/>
              <a:gd name="connsiteX6" fmla="*/ 166300 w 962182"/>
              <a:gd name="connsiteY6" fmla="*/ 6626 h 371061"/>
              <a:gd name="connsiteX7" fmla="*/ 239187 w 962182"/>
              <a:gd name="connsiteY7" fmla="*/ 13252 h 371061"/>
              <a:gd name="connsiteX8" fmla="*/ 245813 w 962182"/>
              <a:gd name="connsiteY8" fmla="*/ 46383 h 371061"/>
              <a:gd name="connsiteX9" fmla="*/ 259065 w 962182"/>
              <a:gd name="connsiteY9" fmla="*/ 66261 h 371061"/>
              <a:gd name="connsiteX10" fmla="*/ 285570 w 962182"/>
              <a:gd name="connsiteY10" fmla="*/ 145774 h 371061"/>
              <a:gd name="connsiteX11" fmla="*/ 331952 w 962182"/>
              <a:gd name="connsiteY11" fmla="*/ 344557 h 371061"/>
              <a:gd name="connsiteX12" fmla="*/ 338578 w 962182"/>
              <a:gd name="connsiteY12" fmla="*/ 112643 h 371061"/>
              <a:gd name="connsiteX13" fmla="*/ 358456 w 962182"/>
              <a:gd name="connsiteY13" fmla="*/ 86139 h 371061"/>
              <a:gd name="connsiteX14" fmla="*/ 398213 w 962182"/>
              <a:gd name="connsiteY14" fmla="*/ 33130 h 371061"/>
              <a:gd name="connsiteX15" fmla="*/ 411465 w 962182"/>
              <a:gd name="connsiteY15" fmla="*/ 13252 h 371061"/>
              <a:gd name="connsiteX16" fmla="*/ 457848 w 962182"/>
              <a:gd name="connsiteY16" fmla="*/ 0 h 371061"/>
              <a:gd name="connsiteX17" fmla="*/ 543987 w 962182"/>
              <a:gd name="connsiteY17" fmla="*/ 6626 h 371061"/>
              <a:gd name="connsiteX18" fmla="*/ 557239 w 962182"/>
              <a:gd name="connsiteY18" fmla="*/ 26504 h 371061"/>
              <a:gd name="connsiteX19" fmla="*/ 577117 w 962182"/>
              <a:gd name="connsiteY19" fmla="*/ 59635 h 371061"/>
              <a:gd name="connsiteX20" fmla="*/ 590370 w 962182"/>
              <a:gd name="connsiteY20" fmla="*/ 106017 h 371061"/>
              <a:gd name="connsiteX21" fmla="*/ 603622 w 962182"/>
              <a:gd name="connsiteY21" fmla="*/ 119270 h 371061"/>
              <a:gd name="connsiteX22" fmla="*/ 610248 w 962182"/>
              <a:gd name="connsiteY22" fmla="*/ 172278 h 371061"/>
              <a:gd name="connsiteX23" fmla="*/ 630126 w 962182"/>
              <a:gd name="connsiteY23" fmla="*/ 331304 h 371061"/>
              <a:gd name="connsiteX24" fmla="*/ 636752 w 962182"/>
              <a:gd name="connsiteY24" fmla="*/ 304800 h 371061"/>
              <a:gd name="connsiteX25" fmla="*/ 656630 w 962182"/>
              <a:gd name="connsiteY25" fmla="*/ 125896 h 371061"/>
              <a:gd name="connsiteX26" fmla="*/ 669883 w 962182"/>
              <a:gd name="connsiteY26" fmla="*/ 106017 h 371061"/>
              <a:gd name="connsiteX27" fmla="*/ 709639 w 962182"/>
              <a:gd name="connsiteY27" fmla="*/ 39757 h 371061"/>
              <a:gd name="connsiteX28" fmla="*/ 716265 w 962182"/>
              <a:gd name="connsiteY28" fmla="*/ 19878 h 371061"/>
              <a:gd name="connsiteX29" fmla="*/ 921674 w 962182"/>
              <a:gd name="connsiteY29" fmla="*/ 53009 h 371061"/>
              <a:gd name="connsiteX30" fmla="*/ 928300 w 962182"/>
              <a:gd name="connsiteY30" fmla="*/ 79513 h 371061"/>
              <a:gd name="connsiteX31" fmla="*/ 941552 w 962182"/>
              <a:gd name="connsiteY31" fmla="*/ 139148 h 371061"/>
              <a:gd name="connsiteX32" fmla="*/ 954804 w 962182"/>
              <a:gd name="connsiteY32" fmla="*/ 278296 h 371061"/>
              <a:gd name="connsiteX33" fmla="*/ 961430 w 962182"/>
              <a:gd name="connsiteY33" fmla="*/ 298174 h 371061"/>
              <a:gd name="connsiteX34" fmla="*/ 961430 w 962182"/>
              <a:gd name="connsiteY34" fmla="*/ 364435 h 3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62182" h="371061">
                <a:moveTo>
                  <a:pt x="13900" y="371061"/>
                </a:moveTo>
                <a:cubicBezTo>
                  <a:pt x="9483" y="360017"/>
                  <a:pt x="938" y="349821"/>
                  <a:pt x="648" y="337930"/>
                </a:cubicBezTo>
                <a:cubicBezTo>
                  <a:pt x="-1291" y="258410"/>
                  <a:pt x="1173" y="178700"/>
                  <a:pt x="7274" y="99391"/>
                </a:cubicBezTo>
                <a:cubicBezTo>
                  <a:pt x="7885" y="91451"/>
                  <a:pt x="14574" y="84804"/>
                  <a:pt x="20526" y="79513"/>
                </a:cubicBezTo>
                <a:cubicBezTo>
                  <a:pt x="34727" y="66890"/>
                  <a:pt x="50728" y="56341"/>
                  <a:pt x="66909" y="46383"/>
                </a:cubicBezTo>
                <a:cubicBezTo>
                  <a:pt x="114869" y="16869"/>
                  <a:pt x="92255" y="33516"/>
                  <a:pt x="133170" y="19878"/>
                </a:cubicBezTo>
                <a:cubicBezTo>
                  <a:pt x="144454" y="16117"/>
                  <a:pt x="155257" y="11043"/>
                  <a:pt x="166300" y="6626"/>
                </a:cubicBezTo>
                <a:lnTo>
                  <a:pt x="239187" y="13252"/>
                </a:lnTo>
                <a:cubicBezTo>
                  <a:pt x="249260" y="18289"/>
                  <a:pt x="241859" y="35838"/>
                  <a:pt x="245813" y="46383"/>
                </a:cubicBezTo>
                <a:cubicBezTo>
                  <a:pt x="248609" y="53839"/>
                  <a:pt x="256107" y="58867"/>
                  <a:pt x="259065" y="66261"/>
                </a:cubicBezTo>
                <a:cubicBezTo>
                  <a:pt x="269441" y="92201"/>
                  <a:pt x="285570" y="145774"/>
                  <a:pt x="285570" y="145774"/>
                </a:cubicBezTo>
                <a:cubicBezTo>
                  <a:pt x="319798" y="337454"/>
                  <a:pt x="274280" y="286881"/>
                  <a:pt x="331952" y="344557"/>
                </a:cubicBezTo>
                <a:cubicBezTo>
                  <a:pt x="334161" y="267252"/>
                  <a:pt x="330688" y="189576"/>
                  <a:pt x="338578" y="112643"/>
                </a:cubicBezTo>
                <a:cubicBezTo>
                  <a:pt x="339705" y="101657"/>
                  <a:pt x="352330" y="95328"/>
                  <a:pt x="358456" y="86139"/>
                </a:cubicBezTo>
                <a:cubicBezTo>
                  <a:pt x="423438" y="-11332"/>
                  <a:pt x="339919" y="103085"/>
                  <a:pt x="398213" y="33130"/>
                </a:cubicBezTo>
                <a:cubicBezTo>
                  <a:pt x="403311" y="27012"/>
                  <a:pt x="405247" y="18227"/>
                  <a:pt x="411465" y="13252"/>
                </a:cubicBezTo>
                <a:cubicBezTo>
                  <a:pt x="415786" y="9795"/>
                  <a:pt x="456116" y="433"/>
                  <a:pt x="457848" y="0"/>
                </a:cubicBezTo>
                <a:cubicBezTo>
                  <a:pt x="486561" y="2209"/>
                  <a:pt x="516162" y="-794"/>
                  <a:pt x="543987" y="6626"/>
                </a:cubicBezTo>
                <a:cubicBezTo>
                  <a:pt x="551682" y="8678"/>
                  <a:pt x="553018" y="19751"/>
                  <a:pt x="557239" y="26504"/>
                </a:cubicBezTo>
                <a:cubicBezTo>
                  <a:pt x="564065" y="37425"/>
                  <a:pt x="570491" y="48591"/>
                  <a:pt x="577117" y="59635"/>
                </a:cubicBezTo>
                <a:cubicBezTo>
                  <a:pt x="581535" y="75096"/>
                  <a:pt x="583839" y="91323"/>
                  <a:pt x="590370" y="106017"/>
                </a:cubicBezTo>
                <a:cubicBezTo>
                  <a:pt x="592907" y="111726"/>
                  <a:pt x="601827" y="113286"/>
                  <a:pt x="603622" y="119270"/>
                </a:cubicBezTo>
                <a:cubicBezTo>
                  <a:pt x="608739" y="136326"/>
                  <a:pt x="608416" y="154566"/>
                  <a:pt x="610248" y="172278"/>
                </a:cubicBezTo>
                <a:cubicBezTo>
                  <a:pt x="625902" y="323597"/>
                  <a:pt x="608505" y="266442"/>
                  <a:pt x="630126" y="331304"/>
                </a:cubicBezTo>
                <a:cubicBezTo>
                  <a:pt x="632335" y="322469"/>
                  <a:pt x="635587" y="313832"/>
                  <a:pt x="636752" y="304800"/>
                </a:cubicBezTo>
                <a:cubicBezTo>
                  <a:pt x="644430" y="245292"/>
                  <a:pt x="646766" y="185081"/>
                  <a:pt x="656630" y="125896"/>
                </a:cubicBezTo>
                <a:cubicBezTo>
                  <a:pt x="657939" y="118040"/>
                  <a:pt x="666321" y="113140"/>
                  <a:pt x="669883" y="106017"/>
                </a:cubicBezTo>
                <a:cubicBezTo>
                  <a:pt x="700725" y="44334"/>
                  <a:pt x="661035" y="100512"/>
                  <a:pt x="709639" y="39757"/>
                </a:cubicBezTo>
                <a:cubicBezTo>
                  <a:pt x="711848" y="33131"/>
                  <a:pt x="709285" y="20127"/>
                  <a:pt x="716265" y="19878"/>
                </a:cubicBezTo>
                <a:cubicBezTo>
                  <a:pt x="879647" y="14042"/>
                  <a:pt x="852233" y="926"/>
                  <a:pt x="921674" y="53009"/>
                </a:cubicBezTo>
                <a:cubicBezTo>
                  <a:pt x="923883" y="61844"/>
                  <a:pt x="926325" y="70623"/>
                  <a:pt x="928300" y="79513"/>
                </a:cubicBezTo>
                <a:cubicBezTo>
                  <a:pt x="945127" y="155233"/>
                  <a:pt x="925390" y="74499"/>
                  <a:pt x="941552" y="139148"/>
                </a:cubicBezTo>
                <a:cubicBezTo>
                  <a:pt x="945969" y="185531"/>
                  <a:pt x="949025" y="232063"/>
                  <a:pt x="954804" y="278296"/>
                </a:cubicBezTo>
                <a:cubicBezTo>
                  <a:pt x="955670" y="285226"/>
                  <a:pt x="960894" y="291210"/>
                  <a:pt x="961430" y="298174"/>
                </a:cubicBezTo>
                <a:cubicBezTo>
                  <a:pt x="963124" y="320196"/>
                  <a:pt x="961430" y="342348"/>
                  <a:pt x="961430" y="3644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83F67D-B6CF-2284-D672-ECE6BDBFAEED}"/>
              </a:ext>
            </a:extLst>
          </p:cNvPr>
          <p:cNvSpPr txBox="1"/>
          <p:nvPr/>
        </p:nvSpPr>
        <p:spPr>
          <a:xfrm>
            <a:off x="7046686" y="420914"/>
            <a:ext cx="45792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What has been done in the last week?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Implemented the step-down (sense) transformer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Implemented the LT1394 to detect the zero crossings.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Used ideal NAND gates to split the comparator output into two complimentary signals. (Under </a:t>
            </a:r>
            <a:r>
              <a:rPr lang="en-GB" b="1" dirty="0"/>
              <a:t>STEADY-STATE</a:t>
            </a:r>
            <a:r>
              <a:rPr lang="en-GB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9B4EA3-7966-4ED7-B2D0-C2BE63F127D6}"/>
              </a:ext>
            </a:extLst>
          </p:cNvPr>
          <p:cNvSpPr txBox="1"/>
          <p:nvPr/>
        </p:nvSpPr>
        <p:spPr>
          <a:xfrm>
            <a:off x="166914" y="4165600"/>
            <a:ext cx="386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Plan for 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Find a proper Quad NAND gate IC for </a:t>
            </a:r>
            <a:r>
              <a:rPr lang="en-GB" dirty="0" err="1"/>
              <a:t>LTSpice</a:t>
            </a:r>
            <a:r>
              <a:rPr lang="en-GB" dirty="0"/>
              <a:t> (or model 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Construct an RC (low-pass) filter for the time-delay signal to allow for dynamic start-up.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Drive the MOSFETS!</a:t>
            </a:r>
          </a:p>
        </p:txBody>
      </p:sp>
    </p:spTree>
    <p:extLst>
      <p:ext uri="{BB962C8B-B14F-4D97-AF65-F5344CB8AC3E}">
        <p14:creationId xmlns:p14="http://schemas.microsoft.com/office/powerpoint/2010/main" val="1488487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B9B332-FB34-C9FD-9DAA-E5CFC4148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9" y="3908075"/>
            <a:ext cx="12086421" cy="2386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92D02C-8882-C805-FB85-2978D1E78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27" b="50000"/>
          <a:stretch>
            <a:fillRect/>
          </a:stretch>
        </p:blipFill>
        <p:spPr>
          <a:xfrm>
            <a:off x="52789" y="706680"/>
            <a:ext cx="12187438" cy="23867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7D229-7358-6417-C933-5E64DDAA728F}"/>
              </a:ext>
            </a:extLst>
          </p:cNvPr>
          <p:cNvSpPr txBox="1"/>
          <p:nvPr/>
        </p:nvSpPr>
        <p:spPr>
          <a:xfrm>
            <a:off x="4283326" y="154130"/>
            <a:ext cx="3726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Comparator Input /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A6FC4-15F0-59ED-B00F-EE67D7BC3977}"/>
              </a:ext>
            </a:extLst>
          </p:cNvPr>
          <p:cNvSpPr txBox="1"/>
          <p:nvPr/>
        </p:nvSpPr>
        <p:spPr>
          <a:xfrm>
            <a:off x="4357463" y="3269898"/>
            <a:ext cx="3578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Quad NAND Gate Output</a:t>
            </a:r>
          </a:p>
        </p:txBody>
      </p:sp>
    </p:spTree>
    <p:extLst>
      <p:ext uri="{BB962C8B-B14F-4D97-AF65-F5344CB8AC3E}">
        <p14:creationId xmlns:p14="http://schemas.microsoft.com/office/powerpoint/2010/main" val="383756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38BEECE9-4309-401C-8DED-73AA189D5612}"/>
</file>

<file path=customXml/itemProps2.xml><?xml version="1.0" encoding="utf-8"?>
<ds:datastoreItem xmlns:ds="http://schemas.openxmlformats.org/officeDocument/2006/customXml" ds:itemID="{3C4697B4-A38B-4368-9699-66EAD529BA43}"/>
</file>

<file path=customXml/itemProps3.xml><?xml version="1.0" encoding="utf-8"?>
<ds:datastoreItem xmlns:ds="http://schemas.openxmlformats.org/officeDocument/2006/customXml" ds:itemID="{E99F696B-FC49-4A11-9786-E8FA7930A3AF}"/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91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FINNEY, SAM C. (Student)</dc:creator>
  <cp:lastModifiedBy>FINNEY, SAM C. (Student)</cp:lastModifiedBy>
  <cp:revision>1</cp:revision>
  <dcterms:created xsi:type="dcterms:W3CDTF">2025-11-04T16:10:21Z</dcterms:created>
  <dcterms:modified xsi:type="dcterms:W3CDTF">2025-11-04T17:16:15Z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