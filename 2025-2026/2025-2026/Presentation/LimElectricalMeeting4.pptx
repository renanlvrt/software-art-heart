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D722-FE87-006F-6BD6-D3B1877CB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2286C-C61E-F26B-52B7-2FCCBAFF7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CCF9-F57F-22A6-7FA1-83AA796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A8932-F418-4556-3709-6F723B84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4F307-7946-A222-5557-CC496049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68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5557-67D0-5346-31FC-6890F178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44E89-1E9C-F68F-5583-997EFDC7F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92994-A2E8-BBFE-78BA-1D374A6E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4CF0E-E8DB-03E8-8F57-BD38D818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64085-0A92-67AE-845D-DDCE0BDA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8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9A71-1A93-1E91-9B88-010ED4D6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9A8F3-2EBE-46F4-56EF-19C793A26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3EE25-92FC-F0E7-B345-92E1D6E3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0A2F9-E797-B290-8539-C859EEB3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EB8C-B244-96F4-CCE2-D01F8ACC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17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DB94-B9E2-E8DA-F5F5-096F56C4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02E9-C429-B891-011B-24051C545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AE45F-719A-D9AB-6C22-525C9EF85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02CB8-7936-606D-55AB-ED8747D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4E22D-9B3E-7E06-67ED-18B2B142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7B9BD-3753-0A9D-BE49-06BCA30C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50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1BD1-F7F3-7034-A16E-6F9F0E04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AEEF2-B12A-133A-185A-E7DB2D894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81044-A136-7624-B8C2-988ABE51A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151E3-C9FB-D457-2947-D5D0DD2D3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B1BBE-D845-7777-8264-E42535CF6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E2FCC-26E0-835E-DC6A-5F166729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3EEC8-3997-C30A-AE59-EBDC7405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B7680-D6F0-028A-3021-625FBDA0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8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C3F4-9B3D-C260-9EF7-9AF29829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B029B-11ED-BD5C-4C03-E816E1D7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7B465-CD1C-C0C8-3ACA-4E9F061E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90063-A27F-BBB3-99C8-117F8A71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42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4EE68-9F4A-30C1-1350-89D6377C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456D2-A3C0-5EBE-E7A0-B3C07092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BC4A2-B630-093A-7259-911BD177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69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0F58-2059-1256-CED9-8F8C4789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93100-2198-CFD9-67B6-44EFE7CF5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CF394-24E1-AF5E-411C-17C2EAF64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367B9-85C9-1B1D-EA48-CB1482CB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6423A-2ABA-1B4F-E5FE-439E8689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6EC7C-AADF-F116-4732-A51AE7A3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76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6BA3-050E-BB03-75E7-CE7A2265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C6F97-CC65-02D7-339E-9D3A8AE3C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90B01-B8EF-20F9-FAE3-D350C1345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CCCFA-7E5E-5AC6-7BE5-CF248860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3A3E5-69D5-9819-26D0-589CE23A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F3AB0-5685-029D-C8C9-78B46B00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701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1CFF0-283E-045B-8026-99622B0D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ED8DF-AD32-F111-542B-1A0B137D3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7A08C-C74B-5C1A-62D9-A1CC4D98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4638-4350-EA37-5BEC-DE7946CC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FB6D-D72D-853D-0BA9-92D198D87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39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5502D-056C-13CF-1F73-C66F42F02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49991-73F0-7991-DC6B-C3DD611BD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96581-95BE-9F8B-8205-5AC986D1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055CF-0860-22D9-527F-2D6D6C37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1C3B-3AD8-566E-1AC0-097EBE1A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35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8AA78-4378-F810-639E-04EE60A2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20116-C3A6-6477-E47C-0C445340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97841-DD3E-1123-C269-F63EA8A54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9E87B-EB6F-4CB0-9450-BECF7430A43D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7357-9CE3-EC5F-A343-97531365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393B-6249-71CB-6D53-5AD83F1E9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675E3-39DA-491A-B821-0233238F6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29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B4B534-B4E8-71FA-F4DD-5989F20DE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4855"/>
            <a:ext cx="12192000" cy="2504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ADF800-8F65-37BC-DD12-E6C51CBE2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103" y="374836"/>
            <a:ext cx="7229794" cy="270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f7f1bf5eadb5e5dcebbff0a97f5959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718ccbe7b4448f5c7f430195ede52f36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BD0FB86E-F736-469D-A28C-0ACFD5E051AF}"/>
</file>

<file path=customXml/itemProps2.xml><?xml version="1.0" encoding="utf-8"?>
<ds:datastoreItem xmlns:ds="http://schemas.openxmlformats.org/officeDocument/2006/customXml" ds:itemID="{CB3A2E29-2123-4902-A667-2D65B43D60B6}"/>
</file>

<file path=customXml/itemProps3.xml><?xml version="1.0" encoding="utf-8"?>
<ds:datastoreItem xmlns:ds="http://schemas.openxmlformats.org/officeDocument/2006/customXml" ds:itemID="{626DAC05-A3AF-4DEB-84A1-FBF77BE4BDBA}"/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LIM Z.H. (Student)</dc:creator>
  <cp:lastModifiedBy>LIM, LIM Z.H. (Student)</cp:lastModifiedBy>
  <cp:revision>2</cp:revision>
  <dcterms:created xsi:type="dcterms:W3CDTF">2025-11-19T11:22:30Z</dcterms:created>
  <dcterms:modified xsi:type="dcterms:W3CDTF">2025-11-19T12:44:07Z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