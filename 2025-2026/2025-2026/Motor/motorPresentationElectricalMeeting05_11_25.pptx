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80593-9E30-844F-80AE-D83CC139742D}" v="26" dt="2025-10-30T15:42:12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RAY, RUFUS W. (Student)" userId="S::mzsh31@durham.ac.uk::5ea0015d-e678-4514-a428-d8286d5d77f0" providerId="AD" clId="Web-{A5780593-9E30-844F-80AE-D83CC139742D}"/>
    <pc:docChg chg="modSld">
      <pc:chgData name="MURRAY, RUFUS W. (Student)" userId="S::mzsh31@durham.ac.uk::5ea0015d-e678-4514-a428-d8286d5d77f0" providerId="AD" clId="Web-{A5780593-9E30-844F-80AE-D83CC139742D}" dt="2025-10-30T15:42:09.437" v="17" actId="20577"/>
      <pc:docMkLst>
        <pc:docMk/>
      </pc:docMkLst>
      <pc:sldChg chg="addSp modSp">
        <pc:chgData name="MURRAY, RUFUS W. (Student)" userId="S::mzsh31@durham.ac.uk::5ea0015d-e678-4514-a428-d8286d5d77f0" providerId="AD" clId="Web-{A5780593-9E30-844F-80AE-D83CC139742D}" dt="2025-10-30T15:42:09.437" v="17" actId="20577"/>
        <pc:sldMkLst>
          <pc:docMk/>
          <pc:sldMk cId="2895996609" sldId="256"/>
        </pc:sldMkLst>
        <pc:spChg chg="mod">
          <ac:chgData name="MURRAY, RUFUS W. (Student)" userId="S::mzsh31@durham.ac.uk::5ea0015d-e678-4514-a428-d8286d5d77f0" providerId="AD" clId="Web-{A5780593-9E30-844F-80AE-D83CC139742D}" dt="2025-10-30T15:42:09.437" v="17" actId="20577"/>
          <ac:spMkLst>
            <pc:docMk/>
            <pc:sldMk cId="2895996609" sldId="256"/>
            <ac:spMk id="10" creationId="{63EA75DB-6A03-57F3-EA08-66E9468AAAA9}"/>
          </ac:spMkLst>
        </pc:spChg>
        <pc:picChg chg="add mod modCrop">
          <ac:chgData name="MURRAY, RUFUS W. (Student)" userId="S::mzsh31@durham.ac.uk::5ea0015d-e678-4514-a428-d8286d5d77f0" providerId="AD" clId="Web-{A5780593-9E30-844F-80AE-D83CC139742D}" dt="2025-10-30T15:41:34.218" v="11" actId="1076"/>
          <ac:picMkLst>
            <pc:docMk/>
            <pc:sldMk cId="2895996609" sldId="256"/>
            <ac:picMk id="2" creationId="{6321C1A9-AF82-1916-041B-2C25F890B06D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11.187" v="3" actId="14100"/>
          <ac:picMkLst>
            <pc:docMk/>
            <pc:sldMk cId="2895996609" sldId="256"/>
            <ac:picMk id="5" creationId="{A5DE7953-883F-A6EC-E335-9B516D5BC827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35.405" v="12" actId="1076"/>
          <ac:picMkLst>
            <pc:docMk/>
            <pc:sldMk cId="2895996609" sldId="256"/>
            <ac:picMk id="7" creationId="{003A9ABC-A52F-C086-27AA-EFC33CD73839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32.702" v="10" actId="1076"/>
          <ac:picMkLst>
            <pc:docMk/>
            <pc:sldMk cId="2895996609" sldId="256"/>
            <ac:picMk id="9" creationId="{34E06793-D533-99D6-4771-7F1B6226F4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AF28-C19C-95BD-426C-43C0F54E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54C99-E613-864B-7256-DB8C0AD65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E9B1-FAE8-F9DC-8A58-10004516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180F-8C85-4F29-7292-AF8E2FE1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BF2B-B75F-59E1-F164-99E3C4F8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77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83AB-3ED5-CD77-29B7-97954F7D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214D-9CB8-D412-2CC7-080D9E7F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EAAA-C888-0B63-74BC-59B621E8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0E13-68B3-B30D-BCFE-BDD8BA4D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C2A2-42DE-4AD1-614C-87F29EB0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04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47CD-3513-E28E-A23A-7103F2AB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DAFE4-1B42-F19E-0D45-D890AF767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0B02-F89C-7F21-0620-93C1A300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92AE3-5921-605F-985D-CC7042DF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CCE2-8E43-13EA-B6A6-41B09106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92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191-854F-E6AE-ECDE-D22F155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E5FC-D199-6882-70F1-6AF99AC84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8AE1-18F2-9477-03E1-EB72C627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67C73-FDB1-7323-6A1F-DA13FF39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16016-4A5F-0BE5-F7CB-73ED0B1D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23E92-F470-8CEF-82CB-E4E3F07F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4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0D72-F909-5CEB-084D-A59FDFD7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F7D54-78D1-441C-180F-75FE6EC96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F7803-5470-E7D0-36D2-DF7CD8C02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F5349-285D-F9C9-F839-53D717C4D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F16CB-FD93-C586-ABA6-1BA0AADEF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A7670-C176-65F1-7BDE-5919CC4F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CB3C2-146D-5918-BB5E-E79BE7E0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B0822-9DDF-3B9B-08B6-617DCE4C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65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5D11-2BCA-7EE5-1659-7BCECDB5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74A78-A9E7-112A-56D2-A2667517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15ABE-51ED-1468-04D8-5EA4C205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D5D2-63C3-A682-840D-B10A329D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2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733F4-F5D6-3706-A360-F32CB154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A2E8B-965D-8570-7997-7600C4A6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767A-7102-1244-158D-7E341BA3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9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7161-CD9F-2F67-1AB0-9C9CBEE5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5F98-24AE-54D2-DB7F-060FECAB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F065E-A7EA-85DE-7B90-313138C8F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8A7D7-F3D5-C307-B36B-522D90B6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095D5-70EE-FD4B-8FD4-CB1887FC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37862-DA17-D419-5401-A880ABE7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6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710C-6FEC-F7DE-6A5A-E3B53D1C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E1B35-66F1-9059-B64F-805BF37AD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F0B2-5C80-4FD7-9D6D-D7BE90F94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EDFE0-0AC9-DF45-0E95-F96A54BB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D6BB9-39AE-56D8-0791-C57ED0A6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1DD06-B378-CB77-6C80-A59A20F8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1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7859-09D1-7E68-0D1F-F637213E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2420-6CA6-1E36-5D76-70FEBD712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57ED-A698-EC06-E39F-E27615CF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41F6-8F75-5FA3-B227-AD279C78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FAC1E-E3BE-B9A9-AB9C-C893ECFB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99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939EA-CA3E-465E-5495-63F21F174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8BEAD-9D58-9E3C-AB0B-267086B4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1FE65-F7A8-D6C4-4849-401E4818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4F7A-85E0-3033-B663-ABD7EDC2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2F9-B18C-9ED9-72D0-0A902F1D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71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C1E2E-813F-A4EB-EE49-59579DA6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60942-99AE-9C5D-314B-539720477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12C0B-EED2-8114-4235-47DCB3DD2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8D488-4A8C-4D20-9F2B-D24EE085596C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761E-2440-8587-30F3-E8CEA14E6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CE62-2A32-AB0A-154F-36D8D0F9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5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DE7953-883F-A6EC-E335-9B516D5BC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6" t="17923" r="21052" b="15367"/>
          <a:stretch>
            <a:fillRect/>
          </a:stretch>
        </p:blipFill>
        <p:spPr>
          <a:xfrm>
            <a:off x="266699" y="85380"/>
            <a:ext cx="2904666" cy="1789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A9ABC-A52F-C086-27AA-EFC33CD7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64" t="8667" r="30958" b="4000"/>
          <a:stretch>
            <a:fillRect/>
          </a:stretch>
        </p:blipFill>
        <p:spPr>
          <a:xfrm>
            <a:off x="269340" y="2169406"/>
            <a:ext cx="2445745" cy="2445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06793-D533-99D6-4771-7F1B6226F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543" y="85725"/>
            <a:ext cx="2318761" cy="12525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EA75DB-6A03-57F3-EA08-66E9468AAAA9}"/>
              </a:ext>
            </a:extLst>
          </p:cNvPr>
          <p:cNvSpPr txBox="1"/>
          <p:nvPr/>
        </p:nvSpPr>
        <p:spPr>
          <a:xfrm>
            <a:off x="447446" y="4863824"/>
            <a:ext cx="45434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Things to buy/acquire from engineering: wire, magnets, threaded inserts</a:t>
            </a:r>
          </a:p>
        </p:txBody>
      </p:sp>
      <p:pic>
        <p:nvPicPr>
          <p:cNvPr id="2" name="Picture 1" descr="A grey circular object with holes in it&#10;&#10;AI-generated content may be incorrect.">
            <a:extLst>
              <a:ext uri="{FF2B5EF4-FFF2-40B4-BE49-F238E27FC236}">
                <a16:creationId xmlns:a16="http://schemas.microsoft.com/office/drawing/2014/main" id="{6321C1A9-AF82-1916-041B-2C25F890B0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50" t="7968" r="17660" b="-399"/>
          <a:stretch>
            <a:fillRect/>
          </a:stretch>
        </p:blipFill>
        <p:spPr>
          <a:xfrm>
            <a:off x="2941650" y="2169118"/>
            <a:ext cx="2790546" cy="21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9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49B193-5C98-4D63-B46F-001F27D13773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4E1B210B-6D27-41F3-9FD6-2D384D422F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74B7AE-A542-41AC-BEFC-4A8AE4075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MURRAY, RUFUS W. (Student)</dc:creator>
  <cp:lastModifiedBy>MURRAY, RUFUS W. (Student)</cp:lastModifiedBy>
  <cp:revision>10</cp:revision>
  <dcterms:created xsi:type="dcterms:W3CDTF">2025-10-30T15:32:58Z</dcterms:created>
  <dcterms:modified xsi:type="dcterms:W3CDTF">2025-10-30T15:42:18Z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