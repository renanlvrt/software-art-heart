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96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customXml" Target="../customXml/item1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10" Type="http://schemas.openxmlformats.org/officeDocument/2006/relationships/customXml" Target="../customXml/item3.xml"/><Relationship Id="rId4" Type="http://schemas.openxmlformats.org/officeDocument/2006/relationships/viewProps" Target="viewProps.xml"/><Relationship Id="rId9" Type="http://schemas.openxmlformats.org/officeDocument/2006/relationships/customXml" Target="../customXml/item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M, LIM Z.H. (Student)" userId="d20ba837-6f7a-4389-a702-b2ec85fd6d93" providerId="ADAL" clId="{2EB1944F-D7D0-4258-BA83-3C62CDF6F5D1}"/>
    <pc:docChg chg="modSld">
      <pc:chgData name="LIM, LIM Z.H. (Student)" userId="d20ba837-6f7a-4389-a702-b2ec85fd6d93" providerId="ADAL" clId="{2EB1944F-D7D0-4258-BA83-3C62CDF6F5D1}" dt="2025-11-24T18:11:19.440" v="3" actId="1076"/>
      <pc:docMkLst>
        <pc:docMk/>
      </pc:docMkLst>
      <pc:sldChg chg="modSp mod">
        <pc:chgData name="LIM, LIM Z.H. (Student)" userId="d20ba837-6f7a-4389-a702-b2ec85fd6d93" providerId="ADAL" clId="{2EB1944F-D7D0-4258-BA83-3C62CDF6F5D1}" dt="2025-11-24T18:11:19.440" v="3" actId="1076"/>
        <pc:sldMkLst>
          <pc:docMk/>
          <pc:sldMk cId="1661452012" sldId="256"/>
        </pc:sldMkLst>
        <pc:picChg chg="mod">
          <ac:chgData name="LIM, LIM Z.H. (Student)" userId="d20ba837-6f7a-4389-a702-b2ec85fd6d93" providerId="ADAL" clId="{2EB1944F-D7D0-4258-BA83-3C62CDF6F5D1}" dt="2025-11-24T18:11:19.440" v="3" actId="1076"/>
          <ac:picMkLst>
            <pc:docMk/>
            <pc:sldMk cId="1661452012" sldId="256"/>
            <ac:picMk id="5" creationId="{B8E9F169-7BB2-8169-C781-F7B533666EFA}"/>
          </ac:picMkLst>
        </pc:picChg>
        <pc:picChg chg="mod">
          <ac:chgData name="LIM, LIM Z.H. (Student)" userId="d20ba837-6f7a-4389-a702-b2ec85fd6d93" providerId="ADAL" clId="{2EB1944F-D7D0-4258-BA83-3C62CDF6F5D1}" dt="2025-11-24T18:11:16.716" v="1" actId="1076"/>
          <ac:picMkLst>
            <pc:docMk/>
            <pc:sldMk cId="1661452012" sldId="256"/>
            <ac:picMk id="7" creationId="{FFE2B44A-5551-529F-19D0-7B7B7DCE496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1B8B3-F004-C2E0-290F-2D21190B22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6A89323-3FC7-01B0-2BBE-2F6B46DC695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D566A4-DC91-6E5D-F96C-6224B27066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97DA96-A705-8923-3351-D79324C382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4E6D4D-AD78-9C2E-106E-11BB6C7492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25547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D2CA3-34C0-AE79-DB21-75BD6AE46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197C7-6D9C-C5A3-2686-5DB78F19FE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539C8-ED59-335E-9DE7-C85C719F2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36C0BA-E81B-2497-58B1-3CCBFDEBB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7A1A68-B38F-2B36-A2B2-7800A4D9A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24533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AF7B3-8B2B-1C3B-FE6D-055544E39F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5DFC58-B8C5-85F4-0DFC-F99EF5DE9C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BF231B-3ADC-004B-2C9F-8A52773B93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DAF74B-21A4-D5A3-5C19-D18B0F8F1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0491F-DB5B-DE12-36CB-BDB8333E5E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452639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4B9760-489A-1C70-3ADF-FB009EB7E0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6A6C5B-E25B-83ED-3154-3CF1E1B049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3687B73-AEE7-6842-53F0-91FA1F42580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8AEA3B-C34F-FA7E-E77A-9D87F8B933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199CBBD-F839-82FB-DD40-D459B9593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15B44E-544E-8082-4805-37E478429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357307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0E798E-8597-290F-89E5-25E1012D0E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5FF4B7-A01E-9CBE-C0BA-B21C0D07F5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FE47F-D4D1-7734-2EAE-873A517D63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40DD51E-CDA0-EB7F-F603-01A307F59D9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BF4F9-93F1-257D-109D-084545BEB0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43C4469-D945-9328-B9BA-966C314C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F119A8A-54DC-9026-BAB2-68D7D6CF5A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909F297-D0C9-BA40-C81E-AB91A6C402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20851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67C91-B1C5-0B7E-772A-74866DE1C3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63955E-9725-0618-7E25-4CCD3BBB59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79B9BD0-6322-7795-3570-5CEE0DF0E5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5ABC15-DFFE-0E84-0A7F-D8346773D4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6658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6C5B8C1-20C4-C804-A95C-FBDBACC13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F47A44-C249-9609-28C1-FEDE07C386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1F4DB99-371F-8E2A-AFAB-922E0A779B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075206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820D69-FC55-E976-1C02-0E9FA0D73C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172F4F-41E5-68AC-9B07-E20DA120FB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9F4E8F-714E-6805-BD73-243641035B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666EF2-522D-1D9E-CB61-356A00D1B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FD5277-BD2C-88E6-8F87-EC4E764C5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D44507-70F0-0797-42BD-08BB0ACEA6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45204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E6E1CE-5E6A-98C5-8C80-6A2C74FE53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AA0970F-E97B-DAC6-7B03-CAAAF28F31A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75219D-BCDA-4861-6419-35486310647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F5EEF1-3586-F5EF-B25B-8B3AE1397A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B36CDF-6943-589D-EAFC-26AFF47433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741503-2E7D-7167-0834-12CAE23B85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20282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726F7B-9488-EDE6-0C5D-2B6BA9C5B3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68DCA4-768B-0C06-F0BD-CB7D481CE38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C7E909-C46C-C77C-991E-2F6F96867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4124BD2-5EA4-1020-793D-AB7203CD77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91EC413-6A2D-ED1A-4E44-1BCF4A3219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193174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21706A3-C15B-907B-9D7F-607ED9851AC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9DAD278-D6F0-E935-FD49-F182453376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C1C5BAF-EB6B-99D2-675E-C814E907D7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A8E8AC-A961-65EF-A0AB-D944B580B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E5681-54A9-08DB-74AF-2EDD73C51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80667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2F81B25-A447-CC59-AD7F-EFB27FD8D7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B817F2-28EF-0D32-B6C1-44115443D11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B455E86-5911-3C28-E6BC-78322F0057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FD33680-71E0-4328-8926-22B20678D44C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29F121-803B-A786-E1F9-39157B2AF28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753FFA-8318-954D-51B9-8C8A823495D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43B9308-7745-4C89-B6B0-A8B7CCCA6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3871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8E9F169-7BB2-8169-C781-F7B533666EF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4172" y="1733550"/>
            <a:ext cx="5118791" cy="354979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FE2B44A-5551-529F-19D0-7B7B7DCE49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733550"/>
            <a:ext cx="5118791" cy="35497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145201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FA6AAFA421B9418F78D257C3A7E55F" ma:contentTypeVersion="14" ma:contentTypeDescription="Create a new document." ma:contentTypeScope="" ma:versionID="51bac6e887cadbaae5afea0730b62786">
  <xsd:schema xmlns:xsd="http://www.w3.org/2001/XMLSchema" xmlns:xs="http://www.w3.org/2001/XMLSchema" xmlns:p="http://schemas.microsoft.com/office/2006/metadata/properties" xmlns:ns2="f7fa545e-6ab3-4693-ba7e-0093980d26aa" xmlns:ns3="e0b53bdb-ad15-4542-b509-5814b2c15ecb" targetNamespace="http://schemas.microsoft.com/office/2006/metadata/properties" ma:root="true" ma:fieldsID="9645e8e20a59e3c2fc5daa0324a59f11" ns2:_="" ns3:_="">
    <xsd:import namespace="f7fa545e-6ab3-4693-ba7e-0093980d26aa"/>
    <xsd:import namespace="e0b53bdb-ad15-4542-b509-5814b2c15ec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Location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7fa545e-6ab3-4693-ba7e-0093980d26a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d651d785-cc9b-461e-a4c9-c589c330ffeb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5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BillingMetadata" ma:index="21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e0b53bdb-ad15-4542-b509-5814b2c15ec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21481f0-cbe1-4fe5-852c-01962b083b4e}" ma:internalName="TaxCatchAll" ma:showField="CatchAllData" ma:web="e0b53bdb-ad15-4542-b509-5814b2c15ec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f7fa545e-6ab3-4693-ba7e-0093980d26aa">
      <Terms xmlns="http://schemas.microsoft.com/office/infopath/2007/PartnerControls"/>
    </lcf76f155ced4ddcb4097134ff3c332f>
    <TaxCatchAll xmlns="e0b53bdb-ad15-4542-b509-5814b2c15ecb" xsi:nil="true"/>
  </documentManagement>
</p:properties>
</file>

<file path=customXml/itemProps1.xml><?xml version="1.0" encoding="utf-8"?>
<ds:datastoreItem xmlns:ds="http://schemas.openxmlformats.org/officeDocument/2006/customXml" ds:itemID="{50FC29EB-55FA-4013-8D1A-48E64F6E6FD5}"/>
</file>

<file path=customXml/itemProps2.xml><?xml version="1.0" encoding="utf-8"?>
<ds:datastoreItem xmlns:ds="http://schemas.openxmlformats.org/officeDocument/2006/customXml" ds:itemID="{541A6184-B962-4897-8CFE-6D45A4DA24A9}"/>
</file>

<file path=customXml/itemProps3.xml><?xml version="1.0" encoding="utf-8"?>
<ds:datastoreItem xmlns:ds="http://schemas.openxmlformats.org/officeDocument/2006/customXml" ds:itemID="{65C9A5C8-B3FC-4145-A7EB-768513F13785}"/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LIM, LIM Z.H. (Student)</dc:creator>
  <cp:lastModifiedBy>LIM, LIM Z.H. (Student)</cp:lastModifiedBy>
  <cp:revision>1</cp:revision>
  <dcterms:created xsi:type="dcterms:W3CDTF">2025-11-24T18:09:54Z</dcterms:created>
  <dcterms:modified xsi:type="dcterms:W3CDTF">2025-11-24T18:11:21Z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0x010100C3FA6AAFA421B9418F78D257C3A7E55F</vt:lpwstr>
  </property>
</Properties>
</file>